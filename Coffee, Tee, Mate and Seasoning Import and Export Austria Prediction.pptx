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2" r:id="rId4"/>
    <p:sldMasterId id="214748368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embeddedFontLst>
    <p:embeddedFont>
      <p:font typeface="Raleway"/>
      <p:regular r:id="rId26"/>
      <p:bold r:id="rId27"/>
      <p:italic r:id="rId28"/>
      <p:boldItalic r:id="rId29"/>
    </p:embeddedFont>
    <p:embeddedFont>
      <p:font typeface="DM Sans Medium"/>
      <p:regular r:id="rId30"/>
      <p:bold r:id="rId31"/>
      <p:italic r:id="rId32"/>
      <p:boldItalic r:id="rId33"/>
    </p:embeddedFont>
    <p:embeddedFont>
      <p:font typeface="Yusei Magic"/>
      <p:regular r:id="rId34"/>
    </p:embeddedFont>
    <p:embeddedFont>
      <p:font typeface="Bebas Neue"/>
      <p:regular r:id="rId35"/>
    </p:embeddedFont>
    <p:embeddedFont>
      <p:font typeface="DynaPuff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Raleway-regular.fntdata"/><Relationship Id="rId25" Type="http://schemas.openxmlformats.org/officeDocument/2006/relationships/slide" Target="slides/slide19.xml"/><Relationship Id="rId28" Type="http://schemas.openxmlformats.org/officeDocument/2006/relationships/font" Target="fonts/Raleway-italic.fntdata"/><Relationship Id="rId27" Type="http://schemas.openxmlformats.org/officeDocument/2006/relationships/font" Target="fonts/Raleway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aleway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DMSansMedium-bold.fntdata"/><Relationship Id="rId30" Type="http://schemas.openxmlformats.org/officeDocument/2006/relationships/font" Target="fonts/DMSansMedium-regular.fntdata"/><Relationship Id="rId11" Type="http://schemas.openxmlformats.org/officeDocument/2006/relationships/slide" Target="slides/slide5.xml"/><Relationship Id="rId33" Type="http://schemas.openxmlformats.org/officeDocument/2006/relationships/font" Target="fonts/DMSansMedium-boldItalic.fntdata"/><Relationship Id="rId10" Type="http://schemas.openxmlformats.org/officeDocument/2006/relationships/slide" Target="slides/slide4.xml"/><Relationship Id="rId32" Type="http://schemas.openxmlformats.org/officeDocument/2006/relationships/font" Target="fonts/DMSansMedium-italic.fntdata"/><Relationship Id="rId13" Type="http://schemas.openxmlformats.org/officeDocument/2006/relationships/slide" Target="slides/slide7.xml"/><Relationship Id="rId35" Type="http://schemas.openxmlformats.org/officeDocument/2006/relationships/font" Target="fonts/BebasNeue-regular.fntdata"/><Relationship Id="rId12" Type="http://schemas.openxmlformats.org/officeDocument/2006/relationships/slide" Target="slides/slide6.xml"/><Relationship Id="rId34" Type="http://schemas.openxmlformats.org/officeDocument/2006/relationships/font" Target="fonts/YuseiMagic-regular.fntdata"/><Relationship Id="rId15" Type="http://schemas.openxmlformats.org/officeDocument/2006/relationships/slide" Target="slides/slide9.xml"/><Relationship Id="rId37" Type="http://schemas.openxmlformats.org/officeDocument/2006/relationships/font" Target="fonts/DynaPuff-bold.fntdata"/><Relationship Id="rId14" Type="http://schemas.openxmlformats.org/officeDocument/2006/relationships/slide" Target="slides/slide8.xml"/><Relationship Id="rId36" Type="http://schemas.openxmlformats.org/officeDocument/2006/relationships/font" Target="fonts/DynaPuff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statistik.at/statistiken/internationaler-handel/internationaler-warenhandel/importe-und-exporte-von-guetern" TargetMode="Externa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ba053964b8_2_1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ba053964b8_2_1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ba053964b8_2_16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ba053964b8_2_1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3ba053964b8_2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ba053964b8_6_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ba053964b8_6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ba053964b8_6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g3ba053964b8_6_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Yusei Magic"/>
              <a:buNone/>
            </a:pPr>
            <a:r>
              <a:rPr lang="en-GB" sz="1200" u="sng">
                <a:solidFill>
                  <a:schemeClr val="hlink"/>
                </a:solidFill>
                <a:latin typeface="Yusei Magic"/>
                <a:ea typeface="Yusei Magic"/>
                <a:cs typeface="Yusei Magic"/>
                <a:sym typeface="Yusei Magic"/>
                <a:hlinkClick r:id="rId2"/>
              </a:rPr>
              <a:t>https://www.statistik.at/statistiken/internationaler-handel/internationaler-warenhandel/importe-und-exporte-von-guetern</a:t>
            </a:r>
            <a:endParaRPr sz="1200">
              <a:solidFill>
                <a:schemeClr val="dk1"/>
              </a:solidFill>
              <a:latin typeface="Yusei Magic"/>
              <a:ea typeface="Yusei Magic"/>
              <a:cs typeface="Yusei Magic"/>
              <a:sym typeface="Yusei Mag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ba053964b8_6_6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ba1631033d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ba1631033d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ba1631033d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ba1631033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ba053964b8_2_2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3ba053964b8_2_2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ba053964b8_6_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g3ba053964b8_6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ba053964b8_6_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g3ba053964b8_6_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14 models in total</a:t>
            </a:r>
            <a:endParaRPr/>
          </a:p>
        </p:txBody>
      </p:sp>
      <p:sp>
        <p:nvSpPr>
          <p:cNvPr id="329" name="Google Shape;329;g3ba053964b8_6_9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ba053964b8_6_10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g3ba053964b8_6_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ba053964b8_6_1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g3ba053964b8_6_1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ba053964b8_6_1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g3ba053964b8_6_1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ba053964b8_6_1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g3ba053964b8_6_1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ba053964b8_6_1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g3ba053964b8_6_1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ba053964b8_6_1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g3ba053964b8_6_1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ba053964b8_6_2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g3ba053964b8_6_2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ba053964b8_6_1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g3ba053964b8_6_1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ba1631033d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ba1631033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ba053964b8_2_3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g3ba053964b8_2_3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Inflation drives value growth more than demand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Simple models can be surprisingly strong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Combining model families yields reliable forecasts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Clear value for policy and business decisions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g3ba053964b8_2_3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ctrTitle"/>
          </p:nvPr>
        </p:nvSpPr>
        <p:spPr>
          <a:xfrm>
            <a:off x="1216825" y="1142075"/>
            <a:ext cx="6531000" cy="20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9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9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9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9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9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9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9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9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9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1216813" y="3421825"/>
            <a:ext cx="65310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6" name="Google Shape;56;p14"/>
          <p:cNvSpPr/>
          <p:nvPr/>
        </p:nvSpPr>
        <p:spPr>
          <a:xfrm flipH="1">
            <a:off x="320510" y="-31575"/>
            <a:ext cx="8845259" cy="2668578"/>
          </a:xfrm>
          <a:custGeom>
            <a:rect b="b" l="l" r="r" t="t"/>
            <a:pathLst>
              <a:path extrusionOk="0" h="24479" w="81138">
                <a:moveTo>
                  <a:pt x="0" y="1"/>
                </a:moveTo>
                <a:lnTo>
                  <a:pt x="0" y="24479"/>
                </a:lnTo>
                <a:cubicBezTo>
                  <a:pt x="444" y="24199"/>
                  <a:pt x="876" y="23918"/>
                  <a:pt x="1319" y="23650"/>
                </a:cubicBezTo>
                <a:cubicBezTo>
                  <a:pt x="3327" y="22389"/>
                  <a:pt x="5603" y="21619"/>
                  <a:pt x="7973" y="21420"/>
                </a:cubicBezTo>
                <a:cubicBezTo>
                  <a:pt x="8378" y="21385"/>
                  <a:pt x="8783" y="21368"/>
                  <a:pt x="9188" y="21368"/>
                </a:cubicBezTo>
                <a:cubicBezTo>
                  <a:pt x="10135" y="21368"/>
                  <a:pt x="11079" y="21462"/>
                  <a:pt x="12011" y="21642"/>
                </a:cubicBezTo>
                <a:cubicBezTo>
                  <a:pt x="13949" y="22027"/>
                  <a:pt x="15899" y="22413"/>
                  <a:pt x="17813" y="22891"/>
                </a:cubicBezTo>
                <a:cubicBezTo>
                  <a:pt x="20241" y="23498"/>
                  <a:pt x="22680" y="24058"/>
                  <a:pt x="25190" y="24257"/>
                </a:cubicBezTo>
                <a:cubicBezTo>
                  <a:pt x="25656" y="24288"/>
                  <a:pt x="26122" y="24303"/>
                  <a:pt x="26587" y="24303"/>
                </a:cubicBezTo>
                <a:cubicBezTo>
                  <a:pt x="29645" y="24303"/>
                  <a:pt x="32678" y="23641"/>
                  <a:pt x="35474" y="22354"/>
                </a:cubicBezTo>
                <a:cubicBezTo>
                  <a:pt x="38053" y="21152"/>
                  <a:pt x="40458" y="19588"/>
                  <a:pt x="42606" y="17720"/>
                </a:cubicBezTo>
                <a:cubicBezTo>
                  <a:pt x="44147" y="16401"/>
                  <a:pt x="45594" y="14977"/>
                  <a:pt x="47135" y="13670"/>
                </a:cubicBezTo>
                <a:cubicBezTo>
                  <a:pt x="48641" y="12386"/>
                  <a:pt x="50193" y="11148"/>
                  <a:pt x="51781" y="9981"/>
                </a:cubicBezTo>
                <a:cubicBezTo>
                  <a:pt x="53893" y="8452"/>
                  <a:pt x="56100" y="7063"/>
                  <a:pt x="58399" y="5849"/>
                </a:cubicBezTo>
                <a:cubicBezTo>
                  <a:pt x="60897" y="4483"/>
                  <a:pt x="63477" y="3281"/>
                  <a:pt x="66138" y="2265"/>
                </a:cubicBezTo>
                <a:cubicBezTo>
                  <a:pt x="67749" y="1647"/>
                  <a:pt x="69395" y="1098"/>
                  <a:pt x="71041" y="549"/>
                </a:cubicBezTo>
                <a:cubicBezTo>
                  <a:pt x="71543" y="374"/>
                  <a:pt x="72080" y="164"/>
                  <a:pt x="72605" y="164"/>
                </a:cubicBezTo>
                <a:cubicBezTo>
                  <a:pt x="73825" y="149"/>
                  <a:pt x="75044" y="145"/>
                  <a:pt x="76262" y="145"/>
                </a:cubicBezTo>
                <a:cubicBezTo>
                  <a:pt x="77886" y="145"/>
                  <a:pt x="79510" y="153"/>
                  <a:pt x="81138" y="153"/>
                </a:cubicBezTo>
                <a:lnTo>
                  <a:pt x="81138" y="1"/>
                </a:lnTo>
                <a:close/>
              </a:path>
            </a:pathLst>
          </a:custGeom>
          <a:solidFill>
            <a:srgbClr val="B7715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Title and three columns 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/>
        </p:nvSpPr>
        <p:spPr>
          <a:xfrm flipH="1" rot="10800000">
            <a:off x="11" y="2474925"/>
            <a:ext cx="8845259" cy="2668578"/>
          </a:xfrm>
          <a:custGeom>
            <a:rect b="b" l="l" r="r" t="t"/>
            <a:pathLst>
              <a:path extrusionOk="0" h="24479" w="81138">
                <a:moveTo>
                  <a:pt x="0" y="1"/>
                </a:moveTo>
                <a:lnTo>
                  <a:pt x="0" y="24479"/>
                </a:lnTo>
                <a:cubicBezTo>
                  <a:pt x="444" y="24199"/>
                  <a:pt x="876" y="23918"/>
                  <a:pt x="1319" y="23650"/>
                </a:cubicBezTo>
                <a:cubicBezTo>
                  <a:pt x="3327" y="22389"/>
                  <a:pt x="5603" y="21619"/>
                  <a:pt x="7973" y="21420"/>
                </a:cubicBezTo>
                <a:cubicBezTo>
                  <a:pt x="8378" y="21385"/>
                  <a:pt x="8783" y="21368"/>
                  <a:pt x="9188" y="21368"/>
                </a:cubicBezTo>
                <a:cubicBezTo>
                  <a:pt x="10135" y="21368"/>
                  <a:pt x="11079" y="21462"/>
                  <a:pt x="12011" y="21642"/>
                </a:cubicBezTo>
                <a:cubicBezTo>
                  <a:pt x="13949" y="22027"/>
                  <a:pt x="15899" y="22413"/>
                  <a:pt x="17813" y="22891"/>
                </a:cubicBezTo>
                <a:cubicBezTo>
                  <a:pt x="20241" y="23498"/>
                  <a:pt x="22680" y="24058"/>
                  <a:pt x="25190" y="24257"/>
                </a:cubicBezTo>
                <a:cubicBezTo>
                  <a:pt x="25656" y="24288"/>
                  <a:pt x="26122" y="24303"/>
                  <a:pt x="26587" y="24303"/>
                </a:cubicBezTo>
                <a:cubicBezTo>
                  <a:pt x="29645" y="24303"/>
                  <a:pt x="32678" y="23641"/>
                  <a:pt x="35474" y="22354"/>
                </a:cubicBezTo>
                <a:cubicBezTo>
                  <a:pt x="38053" y="21152"/>
                  <a:pt x="40458" y="19588"/>
                  <a:pt x="42606" y="17720"/>
                </a:cubicBezTo>
                <a:cubicBezTo>
                  <a:pt x="44147" y="16401"/>
                  <a:pt x="45594" y="14977"/>
                  <a:pt x="47135" y="13670"/>
                </a:cubicBezTo>
                <a:cubicBezTo>
                  <a:pt x="48641" y="12386"/>
                  <a:pt x="50193" y="11148"/>
                  <a:pt x="51781" y="9981"/>
                </a:cubicBezTo>
                <a:cubicBezTo>
                  <a:pt x="53893" y="8452"/>
                  <a:pt x="56100" y="7063"/>
                  <a:pt x="58399" y="5849"/>
                </a:cubicBezTo>
                <a:cubicBezTo>
                  <a:pt x="60897" y="4483"/>
                  <a:pt x="63477" y="3281"/>
                  <a:pt x="66138" y="2265"/>
                </a:cubicBezTo>
                <a:cubicBezTo>
                  <a:pt x="67749" y="1647"/>
                  <a:pt x="69395" y="1098"/>
                  <a:pt x="71041" y="549"/>
                </a:cubicBezTo>
                <a:cubicBezTo>
                  <a:pt x="71543" y="374"/>
                  <a:pt x="72080" y="164"/>
                  <a:pt x="72605" y="164"/>
                </a:cubicBezTo>
                <a:cubicBezTo>
                  <a:pt x="73825" y="149"/>
                  <a:pt x="75044" y="145"/>
                  <a:pt x="76262" y="145"/>
                </a:cubicBezTo>
                <a:cubicBezTo>
                  <a:pt x="77886" y="145"/>
                  <a:pt x="79510" y="153"/>
                  <a:pt x="81138" y="153"/>
                </a:cubicBezTo>
                <a:lnTo>
                  <a:pt x="81138" y="1"/>
                </a:lnTo>
                <a:close/>
              </a:path>
            </a:pathLst>
          </a:custGeom>
          <a:solidFill>
            <a:srgbClr val="B7715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subTitle"/>
          </p:nvPr>
        </p:nvSpPr>
        <p:spPr>
          <a:xfrm>
            <a:off x="2258453" y="1656375"/>
            <a:ext cx="53409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1" name="Google Shape;61;p15"/>
          <p:cNvSpPr txBox="1"/>
          <p:nvPr>
            <p:ph idx="2" type="subTitle"/>
          </p:nvPr>
        </p:nvSpPr>
        <p:spPr>
          <a:xfrm>
            <a:off x="2258453" y="2876075"/>
            <a:ext cx="53409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3" type="subTitle"/>
          </p:nvPr>
        </p:nvSpPr>
        <p:spPr>
          <a:xfrm>
            <a:off x="2258453" y="4095775"/>
            <a:ext cx="53409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4" type="subTitle"/>
          </p:nvPr>
        </p:nvSpPr>
        <p:spPr>
          <a:xfrm>
            <a:off x="2258453" y="1135025"/>
            <a:ext cx="53409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5" type="subTitle"/>
          </p:nvPr>
        </p:nvSpPr>
        <p:spPr>
          <a:xfrm>
            <a:off x="2258453" y="2354730"/>
            <a:ext cx="53409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6" type="subTitle"/>
          </p:nvPr>
        </p:nvSpPr>
        <p:spPr>
          <a:xfrm>
            <a:off x="2258453" y="3574435"/>
            <a:ext cx="53409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Inhal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idx="1" type="subTitle"/>
          </p:nvPr>
        </p:nvSpPr>
        <p:spPr>
          <a:xfrm>
            <a:off x="1369500" y="1740900"/>
            <a:ext cx="27501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DynaPuff"/>
                <a:ea typeface="DynaPuff"/>
                <a:cs typeface="DynaPuff"/>
                <a:sym typeface="DynaPuff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4" name="Google Shape;74;p17"/>
          <p:cNvSpPr txBox="1"/>
          <p:nvPr>
            <p:ph idx="2" type="subTitle"/>
          </p:nvPr>
        </p:nvSpPr>
        <p:spPr>
          <a:xfrm>
            <a:off x="5024388" y="1740900"/>
            <a:ext cx="27501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DynaPuff"/>
                <a:ea typeface="DynaPuff"/>
                <a:cs typeface="DynaPuff"/>
                <a:sym typeface="DynaPuff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3" type="subTitle"/>
          </p:nvPr>
        </p:nvSpPr>
        <p:spPr>
          <a:xfrm>
            <a:off x="1369500" y="2686775"/>
            <a:ext cx="2750100" cy="13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4" type="subTitle"/>
          </p:nvPr>
        </p:nvSpPr>
        <p:spPr>
          <a:xfrm>
            <a:off x="5024395" y="2686775"/>
            <a:ext cx="2750100" cy="13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/>
        </p:txBody>
      </p:sp>
      <p:sp>
        <p:nvSpPr>
          <p:cNvPr id="78" name="Google Shape;78;p17"/>
          <p:cNvSpPr/>
          <p:nvPr/>
        </p:nvSpPr>
        <p:spPr>
          <a:xfrm>
            <a:off x="11" y="-762"/>
            <a:ext cx="8845259" cy="2668578"/>
          </a:xfrm>
          <a:custGeom>
            <a:rect b="b" l="l" r="r" t="t"/>
            <a:pathLst>
              <a:path extrusionOk="0" h="24479" w="81138">
                <a:moveTo>
                  <a:pt x="0" y="1"/>
                </a:moveTo>
                <a:lnTo>
                  <a:pt x="0" y="24479"/>
                </a:lnTo>
                <a:cubicBezTo>
                  <a:pt x="444" y="24199"/>
                  <a:pt x="876" y="23918"/>
                  <a:pt x="1319" y="23650"/>
                </a:cubicBezTo>
                <a:cubicBezTo>
                  <a:pt x="3327" y="22389"/>
                  <a:pt x="5603" y="21619"/>
                  <a:pt x="7973" y="21420"/>
                </a:cubicBezTo>
                <a:cubicBezTo>
                  <a:pt x="8378" y="21385"/>
                  <a:pt x="8783" y="21368"/>
                  <a:pt x="9188" y="21368"/>
                </a:cubicBezTo>
                <a:cubicBezTo>
                  <a:pt x="10135" y="21368"/>
                  <a:pt x="11079" y="21462"/>
                  <a:pt x="12011" y="21642"/>
                </a:cubicBezTo>
                <a:cubicBezTo>
                  <a:pt x="13949" y="22027"/>
                  <a:pt x="15899" y="22413"/>
                  <a:pt x="17813" y="22891"/>
                </a:cubicBezTo>
                <a:cubicBezTo>
                  <a:pt x="20241" y="23498"/>
                  <a:pt x="22680" y="24058"/>
                  <a:pt x="25190" y="24257"/>
                </a:cubicBezTo>
                <a:cubicBezTo>
                  <a:pt x="25656" y="24288"/>
                  <a:pt x="26122" y="24303"/>
                  <a:pt x="26587" y="24303"/>
                </a:cubicBezTo>
                <a:cubicBezTo>
                  <a:pt x="29645" y="24303"/>
                  <a:pt x="32678" y="23641"/>
                  <a:pt x="35474" y="22354"/>
                </a:cubicBezTo>
                <a:cubicBezTo>
                  <a:pt x="38053" y="21152"/>
                  <a:pt x="40458" y="19588"/>
                  <a:pt x="42606" y="17720"/>
                </a:cubicBezTo>
                <a:cubicBezTo>
                  <a:pt x="44147" y="16401"/>
                  <a:pt x="45594" y="14977"/>
                  <a:pt x="47135" y="13670"/>
                </a:cubicBezTo>
                <a:cubicBezTo>
                  <a:pt x="48641" y="12386"/>
                  <a:pt x="50193" y="11148"/>
                  <a:pt x="51781" y="9981"/>
                </a:cubicBezTo>
                <a:cubicBezTo>
                  <a:pt x="53893" y="8452"/>
                  <a:pt x="56100" y="7063"/>
                  <a:pt x="58399" y="5849"/>
                </a:cubicBezTo>
                <a:cubicBezTo>
                  <a:pt x="60897" y="4483"/>
                  <a:pt x="63477" y="3281"/>
                  <a:pt x="66138" y="2265"/>
                </a:cubicBezTo>
                <a:cubicBezTo>
                  <a:pt x="67749" y="1647"/>
                  <a:pt x="69395" y="1098"/>
                  <a:pt x="71041" y="549"/>
                </a:cubicBezTo>
                <a:cubicBezTo>
                  <a:pt x="71543" y="374"/>
                  <a:pt x="72080" y="164"/>
                  <a:pt x="72605" y="164"/>
                </a:cubicBezTo>
                <a:cubicBezTo>
                  <a:pt x="73825" y="149"/>
                  <a:pt x="75044" y="145"/>
                  <a:pt x="76262" y="145"/>
                </a:cubicBezTo>
                <a:cubicBezTo>
                  <a:pt x="77886" y="145"/>
                  <a:pt x="79510" y="153"/>
                  <a:pt x="81138" y="153"/>
                </a:cubicBezTo>
                <a:lnTo>
                  <a:pt x="81138" y="1"/>
                </a:lnTo>
                <a:close/>
              </a:path>
            </a:pathLst>
          </a:custGeom>
          <a:solidFill>
            <a:srgbClr val="B7715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7"/>
          <p:cNvSpPr/>
          <p:nvPr/>
        </p:nvSpPr>
        <p:spPr>
          <a:xfrm flipH="1" rot="10800000">
            <a:off x="1" y="4461872"/>
            <a:ext cx="2429677" cy="681679"/>
          </a:xfrm>
          <a:custGeom>
            <a:rect b="b" l="l" r="r" t="t"/>
            <a:pathLst>
              <a:path extrusionOk="0" h="24479" w="81138">
                <a:moveTo>
                  <a:pt x="0" y="1"/>
                </a:moveTo>
                <a:lnTo>
                  <a:pt x="0" y="24479"/>
                </a:lnTo>
                <a:cubicBezTo>
                  <a:pt x="444" y="24199"/>
                  <a:pt x="876" y="23918"/>
                  <a:pt x="1319" y="23650"/>
                </a:cubicBezTo>
                <a:cubicBezTo>
                  <a:pt x="3327" y="22389"/>
                  <a:pt x="5603" y="21619"/>
                  <a:pt x="7973" y="21420"/>
                </a:cubicBezTo>
                <a:cubicBezTo>
                  <a:pt x="8378" y="21385"/>
                  <a:pt x="8783" y="21368"/>
                  <a:pt x="9188" y="21368"/>
                </a:cubicBezTo>
                <a:cubicBezTo>
                  <a:pt x="10135" y="21368"/>
                  <a:pt x="11079" y="21462"/>
                  <a:pt x="12011" y="21642"/>
                </a:cubicBezTo>
                <a:cubicBezTo>
                  <a:pt x="13949" y="22027"/>
                  <a:pt x="15899" y="22413"/>
                  <a:pt x="17813" y="22891"/>
                </a:cubicBezTo>
                <a:cubicBezTo>
                  <a:pt x="20241" y="23498"/>
                  <a:pt x="22680" y="24058"/>
                  <a:pt x="25190" y="24257"/>
                </a:cubicBezTo>
                <a:cubicBezTo>
                  <a:pt x="25656" y="24288"/>
                  <a:pt x="26122" y="24303"/>
                  <a:pt x="26587" y="24303"/>
                </a:cubicBezTo>
                <a:cubicBezTo>
                  <a:pt x="29645" y="24303"/>
                  <a:pt x="32678" y="23641"/>
                  <a:pt x="35474" y="22354"/>
                </a:cubicBezTo>
                <a:cubicBezTo>
                  <a:pt x="38053" y="21152"/>
                  <a:pt x="40458" y="19588"/>
                  <a:pt x="42606" y="17720"/>
                </a:cubicBezTo>
                <a:cubicBezTo>
                  <a:pt x="44147" y="16401"/>
                  <a:pt x="45594" y="14977"/>
                  <a:pt x="47135" y="13670"/>
                </a:cubicBezTo>
                <a:cubicBezTo>
                  <a:pt x="48641" y="12386"/>
                  <a:pt x="50193" y="11148"/>
                  <a:pt x="51781" y="9981"/>
                </a:cubicBezTo>
                <a:cubicBezTo>
                  <a:pt x="53893" y="8452"/>
                  <a:pt x="56100" y="7063"/>
                  <a:pt x="58399" y="5849"/>
                </a:cubicBezTo>
                <a:cubicBezTo>
                  <a:pt x="60897" y="4483"/>
                  <a:pt x="63477" y="3281"/>
                  <a:pt x="66138" y="2265"/>
                </a:cubicBezTo>
                <a:cubicBezTo>
                  <a:pt x="67749" y="1647"/>
                  <a:pt x="69395" y="1098"/>
                  <a:pt x="71041" y="549"/>
                </a:cubicBezTo>
                <a:cubicBezTo>
                  <a:pt x="71543" y="374"/>
                  <a:pt x="72080" y="164"/>
                  <a:pt x="72605" y="164"/>
                </a:cubicBezTo>
                <a:cubicBezTo>
                  <a:pt x="73825" y="149"/>
                  <a:pt x="75044" y="145"/>
                  <a:pt x="76262" y="145"/>
                </a:cubicBezTo>
                <a:cubicBezTo>
                  <a:pt x="77886" y="145"/>
                  <a:pt x="79510" y="153"/>
                  <a:pt x="81138" y="153"/>
                </a:cubicBezTo>
                <a:lnTo>
                  <a:pt x="8113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" name="Google Shape;80;p17"/>
          <p:cNvGrpSpPr/>
          <p:nvPr/>
        </p:nvGrpSpPr>
        <p:grpSpPr>
          <a:xfrm>
            <a:off x="1209450" y="4568301"/>
            <a:ext cx="469550" cy="374575"/>
            <a:chOff x="1101425" y="4597125"/>
            <a:chExt cx="469550" cy="374575"/>
          </a:xfrm>
        </p:grpSpPr>
        <p:sp>
          <p:nvSpPr>
            <p:cNvPr id="81" name="Google Shape;81;p17"/>
            <p:cNvSpPr/>
            <p:nvPr/>
          </p:nvSpPr>
          <p:spPr>
            <a:xfrm>
              <a:off x="1101425" y="4597125"/>
              <a:ext cx="438050" cy="283250"/>
            </a:xfrm>
            <a:custGeom>
              <a:rect b="b" l="l" r="r" t="t"/>
              <a:pathLst>
                <a:path extrusionOk="0" h="11330" w="17522">
                  <a:moveTo>
                    <a:pt x="12099" y="0"/>
                  </a:moveTo>
                  <a:cubicBezTo>
                    <a:pt x="11486" y="0"/>
                    <a:pt x="10870" y="51"/>
                    <a:pt x="10261" y="146"/>
                  </a:cubicBezTo>
                  <a:cubicBezTo>
                    <a:pt x="9607" y="228"/>
                    <a:pt x="8965" y="357"/>
                    <a:pt x="8335" y="532"/>
                  </a:cubicBezTo>
                  <a:cubicBezTo>
                    <a:pt x="7086" y="870"/>
                    <a:pt x="5895" y="1407"/>
                    <a:pt x="4809" y="2119"/>
                  </a:cubicBezTo>
                  <a:cubicBezTo>
                    <a:pt x="3467" y="2971"/>
                    <a:pt x="2276" y="4057"/>
                    <a:pt x="1308" y="5318"/>
                  </a:cubicBezTo>
                  <a:cubicBezTo>
                    <a:pt x="432" y="6438"/>
                    <a:pt x="0" y="7699"/>
                    <a:pt x="199" y="9135"/>
                  </a:cubicBezTo>
                  <a:cubicBezTo>
                    <a:pt x="257" y="9660"/>
                    <a:pt x="409" y="10162"/>
                    <a:pt x="654" y="10640"/>
                  </a:cubicBezTo>
                  <a:cubicBezTo>
                    <a:pt x="829" y="11014"/>
                    <a:pt x="1121" y="11271"/>
                    <a:pt x="1553" y="11306"/>
                  </a:cubicBezTo>
                  <a:cubicBezTo>
                    <a:pt x="1833" y="11329"/>
                    <a:pt x="2101" y="11329"/>
                    <a:pt x="2381" y="11329"/>
                  </a:cubicBezTo>
                  <a:cubicBezTo>
                    <a:pt x="3140" y="11317"/>
                    <a:pt x="3899" y="11177"/>
                    <a:pt x="4623" y="10909"/>
                  </a:cubicBezTo>
                  <a:cubicBezTo>
                    <a:pt x="6269" y="10325"/>
                    <a:pt x="7447" y="9193"/>
                    <a:pt x="8405" y="7769"/>
                  </a:cubicBezTo>
                  <a:cubicBezTo>
                    <a:pt x="8813" y="7162"/>
                    <a:pt x="9257" y="6578"/>
                    <a:pt x="9747" y="6018"/>
                  </a:cubicBezTo>
                  <a:cubicBezTo>
                    <a:pt x="10459" y="5224"/>
                    <a:pt x="11346" y="4594"/>
                    <a:pt x="12338" y="4174"/>
                  </a:cubicBezTo>
                  <a:cubicBezTo>
                    <a:pt x="12969" y="3893"/>
                    <a:pt x="13634" y="3707"/>
                    <a:pt x="14323" y="3602"/>
                  </a:cubicBezTo>
                  <a:cubicBezTo>
                    <a:pt x="15011" y="3497"/>
                    <a:pt x="15712" y="3415"/>
                    <a:pt x="16412" y="3310"/>
                  </a:cubicBezTo>
                  <a:cubicBezTo>
                    <a:pt x="16774" y="3275"/>
                    <a:pt x="17124" y="3193"/>
                    <a:pt x="17521" y="3123"/>
                  </a:cubicBezTo>
                  <a:cubicBezTo>
                    <a:pt x="17439" y="2983"/>
                    <a:pt x="17369" y="2866"/>
                    <a:pt x="17311" y="2761"/>
                  </a:cubicBezTo>
                  <a:cubicBezTo>
                    <a:pt x="16307" y="964"/>
                    <a:pt x="14743" y="100"/>
                    <a:pt x="12724" y="18"/>
                  </a:cubicBezTo>
                  <a:cubicBezTo>
                    <a:pt x="12516" y="6"/>
                    <a:pt x="12308" y="0"/>
                    <a:pt x="120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7"/>
            <p:cNvSpPr/>
            <p:nvPr/>
          </p:nvSpPr>
          <p:spPr>
            <a:xfrm>
              <a:off x="1148975" y="4706625"/>
              <a:ext cx="422000" cy="265075"/>
            </a:xfrm>
            <a:custGeom>
              <a:rect b="b" l="l" r="r" t="t"/>
              <a:pathLst>
                <a:path extrusionOk="0" h="10603" w="16880">
                  <a:moveTo>
                    <a:pt x="15934" y="0"/>
                  </a:moveTo>
                  <a:cubicBezTo>
                    <a:pt x="15911" y="0"/>
                    <a:pt x="15888" y="1"/>
                    <a:pt x="15864" y="4"/>
                  </a:cubicBezTo>
                  <a:cubicBezTo>
                    <a:pt x="15339" y="15"/>
                    <a:pt x="14825" y="62"/>
                    <a:pt x="14312" y="132"/>
                  </a:cubicBezTo>
                  <a:cubicBezTo>
                    <a:pt x="13214" y="296"/>
                    <a:pt x="12141" y="611"/>
                    <a:pt x="11113" y="1054"/>
                  </a:cubicBezTo>
                  <a:cubicBezTo>
                    <a:pt x="10308" y="1428"/>
                    <a:pt x="9561" y="1918"/>
                    <a:pt x="8896" y="2525"/>
                  </a:cubicBezTo>
                  <a:cubicBezTo>
                    <a:pt x="8102" y="3260"/>
                    <a:pt x="7448" y="4148"/>
                    <a:pt x="6970" y="5116"/>
                  </a:cubicBezTo>
                  <a:cubicBezTo>
                    <a:pt x="6573" y="5863"/>
                    <a:pt x="6001" y="6517"/>
                    <a:pt x="5300" y="6996"/>
                  </a:cubicBezTo>
                  <a:cubicBezTo>
                    <a:pt x="4308" y="7661"/>
                    <a:pt x="3188" y="7918"/>
                    <a:pt x="2020" y="8035"/>
                  </a:cubicBezTo>
                  <a:cubicBezTo>
                    <a:pt x="1460" y="8093"/>
                    <a:pt x="900" y="8163"/>
                    <a:pt x="339" y="8233"/>
                  </a:cubicBezTo>
                  <a:cubicBezTo>
                    <a:pt x="246" y="8245"/>
                    <a:pt x="141" y="8256"/>
                    <a:pt x="48" y="8280"/>
                  </a:cubicBezTo>
                  <a:lnTo>
                    <a:pt x="1" y="8361"/>
                  </a:lnTo>
                  <a:cubicBezTo>
                    <a:pt x="409" y="8723"/>
                    <a:pt x="783" y="9108"/>
                    <a:pt x="1203" y="9435"/>
                  </a:cubicBezTo>
                  <a:cubicBezTo>
                    <a:pt x="2160" y="10182"/>
                    <a:pt x="3281" y="10498"/>
                    <a:pt x="4460" y="10568"/>
                  </a:cubicBezTo>
                  <a:cubicBezTo>
                    <a:pt x="4814" y="10591"/>
                    <a:pt x="5167" y="10603"/>
                    <a:pt x="5519" y="10603"/>
                  </a:cubicBezTo>
                  <a:cubicBezTo>
                    <a:pt x="6222" y="10603"/>
                    <a:pt x="6923" y="10556"/>
                    <a:pt x="7623" y="10463"/>
                  </a:cubicBezTo>
                  <a:cubicBezTo>
                    <a:pt x="8569" y="10322"/>
                    <a:pt x="9491" y="10066"/>
                    <a:pt x="10366" y="9715"/>
                  </a:cubicBezTo>
                  <a:cubicBezTo>
                    <a:pt x="11160" y="9389"/>
                    <a:pt x="11907" y="8980"/>
                    <a:pt x="12608" y="8478"/>
                  </a:cubicBezTo>
                  <a:cubicBezTo>
                    <a:pt x="13460" y="7871"/>
                    <a:pt x="14242" y="7147"/>
                    <a:pt x="14930" y="6342"/>
                  </a:cubicBezTo>
                  <a:cubicBezTo>
                    <a:pt x="15409" y="5758"/>
                    <a:pt x="15899" y="5163"/>
                    <a:pt x="16238" y="4474"/>
                  </a:cubicBezTo>
                  <a:cubicBezTo>
                    <a:pt x="16541" y="3879"/>
                    <a:pt x="16728" y="3237"/>
                    <a:pt x="16798" y="2572"/>
                  </a:cubicBezTo>
                  <a:cubicBezTo>
                    <a:pt x="16880" y="1871"/>
                    <a:pt x="16821" y="1183"/>
                    <a:pt x="16611" y="517"/>
                  </a:cubicBezTo>
                  <a:cubicBezTo>
                    <a:pt x="16524" y="213"/>
                    <a:pt x="16246" y="0"/>
                    <a:pt x="159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 only 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/>
          <p:nvPr/>
        </p:nvSpPr>
        <p:spPr>
          <a:xfrm>
            <a:off x="11" y="0"/>
            <a:ext cx="8845259" cy="2668578"/>
          </a:xfrm>
          <a:custGeom>
            <a:rect b="b" l="l" r="r" t="t"/>
            <a:pathLst>
              <a:path extrusionOk="0" h="24479" w="81138">
                <a:moveTo>
                  <a:pt x="0" y="1"/>
                </a:moveTo>
                <a:lnTo>
                  <a:pt x="0" y="24479"/>
                </a:lnTo>
                <a:cubicBezTo>
                  <a:pt x="444" y="24199"/>
                  <a:pt x="876" y="23918"/>
                  <a:pt x="1319" y="23650"/>
                </a:cubicBezTo>
                <a:cubicBezTo>
                  <a:pt x="3327" y="22389"/>
                  <a:pt x="5603" y="21619"/>
                  <a:pt x="7973" y="21420"/>
                </a:cubicBezTo>
                <a:cubicBezTo>
                  <a:pt x="8378" y="21385"/>
                  <a:pt x="8783" y="21368"/>
                  <a:pt x="9188" y="21368"/>
                </a:cubicBezTo>
                <a:cubicBezTo>
                  <a:pt x="10135" y="21368"/>
                  <a:pt x="11079" y="21462"/>
                  <a:pt x="12011" y="21642"/>
                </a:cubicBezTo>
                <a:cubicBezTo>
                  <a:pt x="13949" y="22027"/>
                  <a:pt x="15899" y="22413"/>
                  <a:pt x="17813" y="22891"/>
                </a:cubicBezTo>
                <a:cubicBezTo>
                  <a:pt x="20241" y="23498"/>
                  <a:pt x="22680" y="24058"/>
                  <a:pt x="25190" y="24257"/>
                </a:cubicBezTo>
                <a:cubicBezTo>
                  <a:pt x="25656" y="24288"/>
                  <a:pt x="26122" y="24303"/>
                  <a:pt x="26587" y="24303"/>
                </a:cubicBezTo>
                <a:cubicBezTo>
                  <a:pt x="29645" y="24303"/>
                  <a:pt x="32678" y="23641"/>
                  <a:pt x="35474" y="22354"/>
                </a:cubicBezTo>
                <a:cubicBezTo>
                  <a:pt x="38053" y="21152"/>
                  <a:pt x="40458" y="19588"/>
                  <a:pt x="42606" y="17720"/>
                </a:cubicBezTo>
                <a:cubicBezTo>
                  <a:pt x="44147" y="16401"/>
                  <a:pt x="45594" y="14977"/>
                  <a:pt x="47135" y="13670"/>
                </a:cubicBezTo>
                <a:cubicBezTo>
                  <a:pt x="48641" y="12386"/>
                  <a:pt x="50193" y="11148"/>
                  <a:pt x="51781" y="9981"/>
                </a:cubicBezTo>
                <a:cubicBezTo>
                  <a:pt x="53893" y="8452"/>
                  <a:pt x="56100" y="7063"/>
                  <a:pt x="58399" y="5849"/>
                </a:cubicBezTo>
                <a:cubicBezTo>
                  <a:pt x="60897" y="4483"/>
                  <a:pt x="63477" y="3281"/>
                  <a:pt x="66138" y="2265"/>
                </a:cubicBezTo>
                <a:cubicBezTo>
                  <a:pt x="67749" y="1647"/>
                  <a:pt x="69395" y="1098"/>
                  <a:pt x="71041" y="549"/>
                </a:cubicBezTo>
                <a:cubicBezTo>
                  <a:pt x="71543" y="374"/>
                  <a:pt x="72080" y="164"/>
                  <a:pt x="72605" y="164"/>
                </a:cubicBezTo>
                <a:cubicBezTo>
                  <a:pt x="73825" y="149"/>
                  <a:pt x="75044" y="145"/>
                  <a:pt x="76262" y="145"/>
                </a:cubicBezTo>
                <a:cubicBezTo>
                  <a:pt x="77886" y="145"/>
                  <a:pt x="79510" y="153"/>
                  <a:pt x="81138" y="153"/>
                </a:cubicBezTo>
                <a:lnTo>
                  <a:pt x="81138" y="1"/>
                </a:lnTo>
                <a:close/>
              </a:path>
            </a:pathLst>
          </a:custGeom>
          <a:solidFill>
            <a:srgbClr val="B7715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/>
        </p:txBody>
      </p:sp>
      <p:sp>
        <p:nvSpPr>
          <p:cNvPr id="86" name="Google Shape;86;p18"/>
          <p:cNvSpPr/>
          <p:nvPr/>
        </p:nvSpPr>
        <p:spPr>
          <a:xfrm flipH="1">
            <a:off x="6714324" y="-6"/>
            <a:ext cx="2429677" cy="592698"/>
          </a:xfrm>
          <a:custGeom>
            <a:rect b="b" l="l" r="r" t="t"/>
            <a:pathLst>
              <a:path extrusionOk="0" h="24479" w="81138">
                <a:moveTo>
                  <a:pt x="0" y="1"/>
                </a:moveTo>
                <a:lnTo>
                  <a:pt x="0" y="24479"/>
                </a:lnTo>
                <a:cubicBezTo>
                  <a:pt x="444" y="24199"/>
                  <a:pt x="876" y="23918"/>
                  <a:pt x="1319" y="23650"/>
                </a:cubicBezTo>
                <a:cubicBezTo>
                  <a:pt x="3327" y="22389"/>
                  <a:pt x="5603" y="21619"/>
                  <a:pt x="7973" y="21420"/>
                </a:cubicBezTo>
                <a:cubicBezTo>
                  <a:pt x="8378" y="21385"/>
                  <a:pt x="8783" y="21368"/>
                  <a:pt x="9188" y="21368"/>
                </a:cubicBezTo>
                <a:cubicBezTo>
                  <a:pt x="10135" y="21368"/>
                  <a:pt x="11079" y="21462"/>
                  <a:pt x="12011" y="21642"/>
                </a:cubicBezTo>
                <a:cubicBezTo>
                  <a:pt x="13949" y="22027"/>
                  <a:pt x="15899" y="22413"/>
                  <a:pt x="17813" y="22891"/>
                </a:cubicBezTo>
                <a:cubicBezTo>
                  <a:pt x="20241" y="23498"/>
                  <a:pt x="22680" y="24058"/>
                  <a:pt x="25190" y="24257"/>
                </a:cubicBezTo>
                <a:cubicBezTo>
                  <a:pt x="25656" y="24288"/>
                  <a:pt x="26122" y="24303"/>
                  <a:pt x="26587" y="24303"/>
                </a:cubicBezTo>
                <a:cubicBezTo>
                  <a:pt x="29645" y="24303"/>
                  <a:pt x="32678" y="23641"/>
                  <a:pt x="35474" y="22354"/>
                </a:cubicBezTo>
                <a:cubicBezTo>
                  <a:pt x="38053" y="21152"/>
                  <a:pt x="40458" y="19588"/>
                  <a:pt x="42606" y="17720"/>
                </a:cubicBezTo>
                <a:cubicBezTo>
                  <a:pt x="44147" y="16401"/>
                  <a:pt x="45594" y="14977"/>
                  <a:pt x="47135" y="13670"/>
                </a:cubicBezTo>
                <a:cubicBezTo>
                  <a:pt x="48641" y="12386"/>
                  <a:pt x="50193" y="11148"/>
                  <a:pt x="51781" y="9981"/>
                </a:cubicBezTo>
                <a:cubicBezTo>
                  <a:pt x="53893" y="8452"/>
                  <a:pt x="56100" y="7063"/>
                  <a:pt x="58399" y="5849"/>
                </a:cubicBezTo>
                <a:cubicBezTo>
                  <a:pt x="60897" y="4483"/>
                  <a:pt x="63477" y="3281"/>
                  <a:pt x="66138" y="2265"/>
                </a:cubicBezTo>
                <a:cubicBezTo>
                  <a:pt x="67749" y="1647"/>
                  <a:pt x="69395" y="1098"/>
                  <a:pt x="71041" y="549"/>
                </a:cubicBezTo>
                <a:cubicBezTo>
                  <a:pt x="71543" y="374"/>
                  <a:pt x="72080" y="164"/>
                  <a:pt x="72605" y="164"/>
                </a:cubicBezTo>
                <a:cubicBezTo>
                  <a:pt x="73825" y="149"/>
                  <a:pt x="75044" y="145"/>
                  <a:pt x="76262" y="145"/>
                </a:cubicBezTo>
                <a:cubicBezTo>
                  <a:pt x="77886" y="145"/>
                  <a:pt x="79510" y="153"/>
                  <a:pt x="81138" y="153"/>
                </a:cubicBezTo>
                <a:lnTo>
                  <a:pt x="8113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7" name="Google Shape;87;p18"/>
          <p:cNvGrpSpPr/>
          <p:nvPr/>
        </p:nvGrpSpPr>
        <p:grpSpPr>
          <a:xfrm rot="10800000">
            <a:off x="7922206" y="124470"/>
            <a:ext cx="469550" cy="374575"/>
            <a:chOff x="1101425" y="4597125"/>
            <a:chExt cx="469550" cy="374575"/>
          </a:xfrm>
        </p:grpSpPr>
        <p:sp>
          <p:nvSpPr>
            <p:cNvPr id="88" name="Google Shape;88;p18"/>
            <p:cNvSpPr/>
            <p:nvPr/>
          </p:nvSpPr>
          <p:spPr>
            <a:xfrm>
              <a:off x="1101425" y="4597125"/>
              <a:ext cx="438050" cy="283250"/>
            </a:xfrm>
            <a:custGeom>
              <a:rect b="b" l="l" r="r" t="t"/>
              <a:pathLst>
                <a:path extrusionOk="0" h="11330" w="17522">
                  <a:moveTo>
                    <a:pt x="12099" y="0"/>
                  </a:moveTo>
                  <a:cubicBezTo>
                    <a:pt x="11486" y="0"/>
                    <a:pt x="10870" y="51"/>
                    <a:pt x="10261" y="146"/>
                  </a:cubicBezTo>
                  <a:cubicBezTo>
                    <a:pt x="9607" y="228"/>
                    <a:pt x="8965" y="357"/>
                    <a:pt x="8335" y="532"/>
                  </a:cubicBezTo>
                  <a:cubicBezTo>
                    <a:pt x="7086" y="870"/>
                    <a:pt x="5895" y="1407"/>
                    <a:pt x="4809" y="2119"/>
                  </a:cubicBezTo>
                  <a:cubicBezTo>
                    <a:pt x="3467" y="2971"/>
                    <a:pt x="2276" y="4057"/>
                    <a:pt x="1308" y="5318"/>
                  </a:cubicBezTo>
                  <a:cubicBezTo>
                    <a:pt x="432" y="6438"/>
                    <a:pt x="0" y="7699"/>
                    <a:pt x="199" y="9135"/>
                  </a:cubicBezTo>
                  <a:cubicBezTo>
                    <a:pt x="257" y="9660"/>
                    <a:pt x="409" y="10162"/>
                    <a:pt x="654" y="10640"/>
                  </a:cubicBezTo>
                  <a:cubicBezTo>
                    <a:pt x="829" y="11014"/>
                    <a:pt x="1121" y="11271"/>
                    <a:pt x="1553" y="11306"/>
                  </a:cubicBezTo>
                  <a:cubicBezTo>
                    <a:pt x="1833" y="11329"/>
                    <a:pt x="2101" y="11329"/>
                    <a:pt x="2381" y="11329"/>
                  </a:cubicBezTo>
                  <a:cubicBezTo>
                    <a:pt x="3140" y="11317"/>
                    <a:pt x="3899" y="11177"/>
                    <a:pt x="4623" y="10909"/>
                  </a:cubicBezTo>
                  <a:cubicBezTo>
                    <a:pt x="6269" y="10325"/>
                    <a:pt x="7447" y="9193"/>
                    <a:pt x="8405" y="7769"/>
                  </a:cubicBezTo>
                  <a:cubicBezTo>
                    <a:pt x="8813" y="7162"/>
                    <a:pt x="9257" y="6578"/>
                    <a:pt x="9747" y="6018"/>
                  </a:cubicBezTo>
                  <a:cubicBezTo>
                    <a:pt x="10459" y="5224"/>
                    <a:pt x="11346" y="4594"/>
                    <a:pt x="12338" y="4174"/>
                  </a:cubicBezTo>
                  <a:cubicBezTo>
                    <a:pt x="12969" y="3893"/>
                    <a:pt x="13634" y="3707"/>
                    <a:pt x="14323" y="3602"/>
                  </a:cubicBezTo>
                  <a:cubicBezTo>
                    <a:pt x="15011" y="3497"/>
                    <a:pt x="15712" y="3415"/>
                    <a:pt x="16412" y="3310"/>
                  </a:cubicBezTo>
                  <a:cubicBezTo>
                    <a:pt x="16774" y="3275"/>
                    <a:pt x="17124" y="3193"/>
                    <a:pt x="17521" y="3123"/>
                  </a:cubicBezTo>
                  <a:cubicBezTo>
                    <a:pt x="17439" y="2983"/>
                    <a:pt x="17369" y="2866"/>
                    <a:pt x="17311" y="2761"/>
                  </a:cubicBezTo>
                  <a:cubicBezTo>
                    <a:pt x="16307" y="964"/>
                    <a:pt x="14743" y="100"/>
                    <a:pt x="12724" y="18"/>
                  </a:cubicBezTo>
                  <a:cubicBezTo>
                    <a:pt x="12516" y="6"/>
                    <a:pt x="12308" y="0"/>
                    <a:pt x="120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8"/>
            <p:cNvSpPr/>
            <p:nvPr/>
          </p:nvSpPr>
          <p:spPr>
            <a:xfrm>
              <a:off x="1148975" y="4706625"/>
              <a:ext cx="422000" cy="265075"/>
            </a:xfrm>
            <a:custGeom>
              <a:rect b="b" l="l" r="r" t="t"/>
              <a:pathLst>
                <a:path extrusionOk="0" h="10603" w="16880">
                  <a:moveTo>
                    <a:pt x="15934" y="0"/>
                  </a:moveTo>
                  <a:cubicBezTo>
                    <a:pt x="15911" y="0"/>
                    <a:pt x="15888" y="1"/>
                    <a:pt x="15864" y="4"/>
                  </a:cubicBezTo>
                  <a:cubicBezTo>
                    <a:pt x="15339" y="15"/>
                    <a:pt x="14825" y="62"/>
                    <a:pt x="14312" y="132"/>
                  </a:cubicBezTo>
                  <a:cubicBezTo>
                    <a:pt x="13214" y="296"/>
                    <a:pt x="12141" y="611"/>
                    <a:pt x="11113" y="1054"/>
                  </a:cubicBezTo>
                  <a:cubicBezTo>
                    <a:pt x="10308" y="1428"/>
                    <a:pt x="9561" y="1918"/>
                    <a:pt x="8896" y="2525"/>
                  </a:cubicBezTo>
                  <a:cubicBezTo>
                    <a:pt x="8102" y="3260"/>
                    <a:pt x="7448" y="4148"/>
                    <a:pt x="6970" y="5116"/>
                  </a:cubicBezTo>
                  <a:cubicBezTo>
                    <a:pt x="6573" y="5863"/>
                    <a:pt x="6001" y="6517"/>
                    <a:pt x="5300" y="6996"/>
                  </a:cubicBezTo>
                  <a:cubicBezTo>
                    <a:pt x="4308" y="7661"/>
                    <a:pt x="3188" y="7918"/>
                    <a:pt x="2020" y="8035"/>
                  </a:cubicBezTo>
                  <a:cubicBezTo>
                    <a:pt x="1460" y="8093"/>
                    <a:pt x="900" y="8163"/>
                    <a:pt x="339" y="8233"/>
                  </a:cubicBezTo>
                  <a:cubicBezTo>
                    <a:pt x="246" y="8245"/>
                    <a:pt x="141" y="8256"/>
                    <a:pt x="48" y="8280"/>
                  </a:cubicBezTo>
                  <a:lnTo>
                    <a:pt x="1" y="8361"/>
                  </a:lnTo>
                  <a:cubicBezTo>
                    <a:pt x="409" y="8723"/>
                    <a:pt x="783" y="9108"/>
                    <a:pt x="1203" y="9435"/>
                  </a:cubicBezTo>
                  <a:cubicBezTo>
                    <a:pt x="2160" y="10182"/>
                    <a:pt x="3281" y="10498"/>
                    <a:pt x="4460" y="10568"/>
                  </a:cubicBezTo>
                  <a:cubicBezTo>
                    <a:pt x="4814" y="10591"/>
                    <a:pt x="5167" y="10603"/>
                    <a:pt x="5519" y="10603"/>
                  </a:cubicBezTo>
                  <a:cubicBezTo>
                    <a:pt x="6222" y="10603"/>
                    <a:pt x="6923" y="10556"/>
                    <a:pt x="7623" y="10463"/>
                  </a:cubicBezTo>
                  <a:cubicBezTo>
                    <a:pt x="8569" y="10322"/>
                    <a:pt x="9491" y="10066"/>
                    <a:pt x="10366" y="9715"/>
                  </a:cubicBezTo>
                  <a:cubicBezTo>
                    <a:pt x="11160" y="9389"/>
                    <a:pt x="11907" y="8980"/>
                    <a:pt x="12608" y="8478"/>
                  </a:cubicBezTo>
                  <a:cubicBezTo>
                    <a:pt x="13460" y="7871"/>
                    <a:pt x="14242" y="7147"/>
                    <a:pt x="14930" y="6342"/>
                  </a:cubicBezTo>
                  <a:cubicBezTo>
                    <a:pt x="15409" y="5758"/>
                    <a:pt x="15899" y="5163"/>
                    <a:pt x="16238" y="4474"/>
                  </a:cubicBezTo>
                  <a:cubicBezTo>
                    <a:pt x="16541" y="3879"/>
                    <a:pt x="16728" y="3237"/>
                    <a:pt x="16798" y="2572"/>
                  </a:cubicBezTo>
                  <a:cubicBezTo>
                    <a:pt x="16880" y="1871"/>
                    <a:pt x="16821" y="1183"/>
                    <a:pt x="16611" y="517"/>
                  </a:cubicBezTo>
                  <a:cubicBezTo>
                    <a:pt x="16524" y="213"/>
                    <a:pt x="16246" y="0"/>
                    <a:pt x="159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" name="Google Shape;90;p18"/>
          <p:cNvGrpSpPr/>
          <p:nvPr/>
        </p:nvGrpSpPr>
        <p:grpSpPr>
          <a:xfrm rot="10800000">
            <a:off x="8474702" y="499044"/>
            <a:ext cx="218949" cy="282300"/>
            <a:chOff x="1454525" y="4245300"/>
            <a:chExt cx="217125" cy="282300"/>
          </a:xfrm>
        </p:grpSpPr>
        <p:sp>
          <p:nvSpPr>
            <p:cNvPr id="91" name="Google Shape;91;p18"/>
            <p:cNvSpPr/>
            <p:nvPr/>
          </p:nvSpPr>
          <p:spPr>
            <a:xfrm>
              <a:off x="1454525" y="4258175"/>
              <a:ext cx="152350" cy="269425"/>
            </a:xfrm>
            <a:custGeom>
              <a:rect b="b" l="l" r="r" t="t"/>
              <a:pathLst>
                <a:path extrusionOk="0" h="10777" w="6094">
                  <a:moveTo>
                    <a:pt x="2335" y="1"/>
                  </a:moveTo>
                  <a:cubicBezTo>
                    <a:pt x="2230" y="24"/>
                    <a:pt x="2136" y="59"/>
                    <a:pt x="2055" y="94"/>
                  </a:cubicBezTo>
                  <a:cubicBezTo>
                    <a:pt x="1634" y="257"/>
                    <a:pt x="1261" y="514"/>
                    <a:pt x="957" y="841"/>
                  </a:cubicBezTo>
                  <a:cubicBezTo>
                    <a:pt x="782" y="1028"/>
                    <a:pt x="642" y="1226"/>
                    <a:pt x="514" y="1448"/>
                  </a:cubicBezTo>
                  <a:cubicBezTo>
                    <a:pt x="421" y="1623"/>
                    <a:pt x="339" y="1822"/>
                    <a:pt x="269" y="2008"/>
                  </a:cubicBezTo>
                  <a:cubicBezTo>
                    <a:pt x="210" y="2183"/>
                    <a:pt x="152" y="2359"/>
                    <a:pt x="129" y="2545"/>
                  </a:cubicBezTo>
                  <a:cubicBezTo>
                    <a:pt x="82" y="2860"/>
                    <a:pt x="47" y="3176"/>
                    <a:pt x="24" y="3491"/>
                  </a:cubicBezTo>
                  <a:cubicBezTo>
                    <a:pt x="0" y="3771"/>
                    <a:pt x="0" y="4051"/>
                    <a:pt x="0" y="4320"/>
                  </a:cubicBezTo>
                  <a:cubicBezTo>
                    <a:pt x="0" y="4541"/>
                    <a:pt x="24" y="4751"/>
                    <a:pt x="59" y="4973"/>
                  </a:cubicBezTo>
                  <a:cubicBezTo>
                    <a:pt x="94" y="5242"/>
                    <a:pt x="129" y="5522"/>
                    <a:pt x="187" y="5790"/>
                  </a:cubicBezTo>
                  <a:cubicBezTo>
                    <a:pt x="280" y="6164"/>
                    <a:pt x="386" y="6537"/>
                    <a:pt x="514" y="6899"/>
                  </a:cubicBezTo>
                  <a:cubicBezTo>
                    <a:pt x="619" y="7203"/>
                    <a:pt x="759" y="7495"/>
                    <a:pt x="911" y="7763"/>
                  </a:cubicBezTo>
                  <a:cubicBezTo>
                    <a:pt x="1063" y="8067"/>
                    <a:pt x="1249" y="8347"/>
                    <a:pt x="1436" y="8638"/>
                  </a:cubicBezTo>
                  <a:cubicBezTo>
                    <a:pt x="1541" y="8802"/>
                    <a:pt x="1646" y="8954"/>
                    <a:pt x="1775" y="9105"/>
                  </a:cubicBezTo>
                  <a:cubicBezTo>
                    <a:pt x="1973" y="9351"/>
                    <a:pt x="2195" y="9572"/>
                    <a:pt x="2393" y="9806"/>
                  </a:cubicBezTo>
                  <a:cubicBezTo>
                    <a:pt x="2603" y="10039"/>
                    <a:pt x="2860" y="10238"/>
                    <a:pt x="3140" y="10389"/>
                  </a:cubicBezTo>
                  <a:cubicBezTo>
                    <a:pt x="3269" y="10459"/>
                    <a:pt x="3397" y="10506"/>
                    <a:pt x="3525" y="10564"/>
                  </a:cubicBezTo>
                  <a:cubicBezTo>
                    <a:pt x="3858" y="10715"/>
                    <a:pt x="4210" y="10776"/>
                    <a:pt x="4572" y="10776"/>
                  </a:cubicBezTo>
                  <a:cubicBezTo>
                    <a:pt x="4605" y="10776"/>
                    <a:pt x="4637" y="10776"/>
                    <a:pt x="4669" y="10775"/>
                  </a:cubicBezTo>
                  <a:cubicBezTo>
                    <a:pt x="4891" y="10751"/>
                    <a:pt x="5113" y="10728"/>
                    <a:pt x="5335" y="10681"/>
                  </a:cubicBezTo>
                  <a:cubicBezTo>
                    <a:pt x="5673" y="10635"/>
                    <a:pt x="5953" y="10366"/>
                    <a:pt x="5988" y="10028"/>
                  </a:cubicBezTo>
                  <a:cubicBezTo>
                    <a:pt x="6070" y="9666"/>
                    <a:pt x="6093" y="9304"/>
                    <a:pt x="6070" y="8930"/>
                  </a:cubicBezTo>
                  <a:cubicBezTo>
                    <a:pt x="6058" y="8580"/>
                    <a:pt x="6000" y="8230"/>
                    <a:pt x="5883" y="7891"/>
                  </a:cubicBezTo>
                  <a:cubicBezTo>
                    <a:pt x="5743" y="7460"/>
                    <a:pt x="5522" y="7051"/>
                    <a:pt x="5253" y="6689"/>
                  </a:cubicBezTo>
                  <a:cubicBezTo>
                    <a:pt x="5031" y="6386"/>
                    <a:pt x="4774" y="6094"/>
                    <a:pt x="4483" y="5849"/>
                  </a:cubicBezTo>
                  <a:cubicBezTo>
                    <a:pt x="4086" y="5545"/>
                    <a:pt x="3724" y="5183"/>
                    <a:pt x="3420" y="4786"/>
                  </a:cubicBezTo>
                  <a:cubicBezTo>
                    <a:pt x="3199" y="4495"/>
                    <a:pt x="3000" y="4191"/>
                    <a:pt x="2825" y="3876"/>
                  </a:cubicBezTo>
                  <a:cubicBezTo>
                    <a:pt x="2650" y="3537"/>
                    <a:pt x="2533" y="3176"/>
                    <a:pt x="2487" y="2802"/>
                  </a:cubicBezTo>
                  <a:cubicBezTo>
                    <a:pt x="2440" y="2405"/>
                    <a:pt x="2393" y="2008"/>
                    <a:pt x="2370" y="1611"/>
                  </a:cubicBezTo>
                  <a:cubicBezTo>
                    <a:pt x="2347" y="1320"/>
                    <a:pt x="2382" y="1039"/>
                    <a:pt x="2382" y="748"/>
                  </a:cubicBezTo>
                  <a:cubicBezTo>
                    <a:pt x="2370" y="503"/>
                    <a:pt x="2347" y="257"/>
                    <a:pt x="2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8"/>
            <p:cNvSpPr/>
            <p:nvPr/>
          </p:nvSpPr>
          <p:spPr>
            <a:xfrm>
              <a:off x="1530400" y="4245300"/>
              <a:ext cx="141250" cy="263000"/>
            </a:xfrm>
            <a:custGeom>
              <a:rect b="b" l="l" r="r" t="t"/>
              <a:pathLst>
                <a:path extrusionOk="0" h="10520" w="5650">
                  <a:moveTo>
                    <a:pt x="913" y="1"/>
                  </a:moveTo>
                  <a:cubicBezTo>
                    <a:pt x="783" y="1"/>
                    <a:pt x="654" y="9"/>
                    <a:pt x="525" y="25"/>
                  </a:cubicBezTo>
                  <a:cubicBezTo>
                    <a:pt x="339" y="49"/>
                    <a:pt x="152" y="107"/>
                    <a:pt x="105" y="317"/>
                  </a:cubicBezTo>
                  <a:cubicBezTo>
                    <a:pt x="47" y="562"/>
                    <a:pt x="24" y="807"/>
                    <a:pt x="12" y="1053"/>
                  </a:cubicBezTo>
                  <a:cubicBezTo>
                    <a:pt x="0" y="1286"/>
                    <a:pt x="12" y="1531"/>
                    <a:pt x="35" y="1765"/>
                  </a:cubicBezTo>
                  <a:cubicBezTo>
                    <a:pt x="70" y="2103"/>
                    <a:pt x="117" y="2430"/>
                    <a:pt x="175" y="2768"/>
                  </a:cubicBezTo>
                  <a:cubicBezTo>
                    <a:pt x="210" y="2955"/>
                    <a:pt x="269" y="3130"/>
                    <a:pt x="315" y="3317"/>
                  </a:cubicBezTo>
                  <a:cubicBezTo>
                    <a:pt x="409" y="3691"/>
                    <a:pt x="561" y="4052"/>
                    <a:pt x="771" y="4379"/>
                  </a:cubicBezTo>
                  <a:cubicBezTo>
                    <a:pt x="899" y="4601"/>
                    <a:pt x="1062" y="4800"/>
                    <a:pt x="1203" y="5010"/>
                  </a:cubicBezTo>
                  <a:cubicBezTo>
                    <a:pt x="1448" y="5336"/>
                    <a:pt x="1751" y="5640"/>
                    <a:pt x="2078" y="5885"/>
                  </a:cubicBezTo>
                  <a:cubicBezTo>
                    <a:pt x="2230" y="6014"/>
                    <a:pt x="2416" y="6095"/>
                    <a:pt x="2557" y="6224"/>
                  </a:cubicBezTo>
                  <a:cubicBezTo>
                    <a:pt x="2825" y="6445"/>
                    <a:pt x="3058" y="6702"/>
                    <a:pt x="3257" y="6994"/>
                  </a:cubicBezTo>
                  <a:cubicBezTo>
                    <a:pt x="3420" y="7251"/>
                    <a:pt x="3549" y="7543"/>
                    <a:pt x="3630" y="7834"/>
                  </a:cubicBezTo>
                  <a:cubicBezTo>
                    <a:pt x="3747" y="8231"/>
                    <a:pt x="3794" y="8628"/>
                    <a:pt x="3782" y="9025"/>
                  </a:cubicBezTo>
                  <a:cubicBezTo>
                    <a:pt x="3771" y="9329"/>
                    <a:pt x="3771" y="9632"/>
                    <a:pt x="3771" y="9936"/>
                  </a:cubicBezTo>
                  <a:lnTo>
                    <a:pt x="3771" y="10484"/>
                  </a:lnTo>
                  <a:lnTo>
                    <a:pt x="3817" y="10519"/>
                  </a:lnTo>
                  <a:cubicBezTo>
                    <a:pt x="3969" y="10391"/>
                    <a:pt x="4132" y="10286"/>
                    <a:pt x="4284" y="10157"/>
                  </a:cubicBezTo>
                  <a:cubicBezTo>
                    <a:pt x="4704" y="9819"/>
                    <a:pt x="5020" y="9375"/>
                    <a:pt x="5218" y="8885"/>
                  </a:cubicBezTo>
                  <a:cubicBezTo>
                    <a:pt x="5358" y="8547"/>
                    <a:pt x="5463" y="8196"/>
                    <a:pt x="5510" y="7834"/>
                  </a:cubicBezTo>
                  <a:cubicBezTo>
                    <a:pt x="5545" y="7601"/>
                    <a:pt x="5568" y="7368"/>
                    <a:pt x="5591" y="7134"/>
                  </a:cubicBezTo>
                  <a:cubicBezTo>
                    <a:pt x="5615" y="6842"/>
                    <a:pt x="5650" y="6550"/>
                    <a:pt x="5650" y="6259"/>
                  </a:cubicBezTo>
                  <a:cubicBezTo>
                    <a:pt x="5650" y="6037"/>
                    <a:pt x="5638" y="5827"/>
                    <a:pt x="5603" y="5605"/>
                  </a:cubicBezTo>
                  <a:cubicBezTo>
                    <a:pt x="5591" y="5336"/>
                    <a:pt x="5545" y="5068"/>
                    <a:pt x="5498" y="4800"/>
                  </a:cubicBezTo>
                  <a:cubicBezTo>
                    <a:pt x="5405" y="4426"/>
                    <a:pt x="5276" y="4064"/>
                    <a:pt x="5160" y="3714"/>
                  </a:cubicBezTo>
                  <a:cubicBezTo>
                    <a:pt x="4949" y="3142"/>
                    <a:pt x="4658" y="2617"/>
                    <a:pt x="4284" y="2150"/>
                  </a:cubicBezTo>
                  <a:cubicBezTo>
                    <a:pt x="3969" y="1753"/>
                    <a:pt x="3630" y="1368"/>
                    <a:pt x="3280" y="1018"/>
                  </a:cubicBezTo>
                  <a:cubicBezTo>
                    <a:pt x="3105" y="842"/>
                    <a:pt x="2907" y="691"/>
                    <a:pt x="2697" y="551"/>
                  </a:cubicBezTo>
                  <a:cubicBezTo>
                    <a:pt x="2451" y="364"/>
                    <a:pt x="2183" y="235"/>
                    <a:pt x="1891" y="154"/>
                  </a:cubicBezTo>
                  <a:cubicBezTo>
                    <a:pt x="1573" y="53"/>
                    <a:pt x="1242" y="1"/>
                    <a:pt x="9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" name="Google Shape;93;p18"/>
          <p:cNvGrpSpPr/>
          <p:nvPr/>
        </p:nvGrpSpPr>
        <p:grpSpPr>
          <a:xfrm rot="-8299752">
            <a:off x="8818161" y="676426"/>
            <a:ext cx="135889" cy="176679"/>
            <a:chOff x="1454525" y="4245300"/>
            <a:chExt cx="217125" cy="282300"/>
          </a:xfrm>
        </p:grpSpPr>
        <p:sp>
          <p:nvSpPr>
            <p:cNvPr id="94" name="Google Shape;94;p18"/>
            <p:cNvSpPr/>
            <p:nvPr/>
          </p:nvSpPr>
          <p:spPr>
            <a:xfrm>
              <a:off x="1454525" y="4258175"/>
              <a:ext cx="152350" cy="269425"/>
            </a:xfrm>
            <a:custGeom>
              <a:rect b="b" l="l" r="r" t="t"/>
              <a:pathLst>
                <a:path extrusionOk="0" h="10777" w="6094">
                  <a:moveTo>
                    <a:pt x="2335" y="1"/>
                  </a:moveTo>
                  <a:cubicBezTo>
                    <a:pt x="2230" y="24"/>
                    <a:pt x="2136" y="59"/>
                    <a:pt x="2055" y="94"/>
                  </a:cubicBezTo>
                  <a:cubicBezTo>
                    <a:pt x="1634" y="257"/>
                    <a:pt x="1261" y="514"/>
                    <a:pt x="957" y="841"/>
                  </a:cubicBezTo>
                  <a:cubicBezTo>
                    <a:pt x="782" y="1028"/>
                    <a:pt x="642" y="1226"/>
                    <a:pt x="514" y="1448"/>
                  </a:cubicBezTo>
                  <a:cubicBezTo>
                    <a:pt x="421" y="1623"/>
                    <a:pt x="339" y="1822"/>
                    <a:pt x="269" y="2008"/>
                  </a:cubicBezTo>
                  <a:cubicBezTo>
                    <a:pt x="210" y="2183"/>
                    <a:pt x="152" y="2359"/>
                    <a:pt x="129" y="2545"/>
                  </a:cubicBezTo>
                  <a:cubicBezTo>
                    <a:pt x="82" y="2860"/>
                    <a:pt x="47" y="3176"/>
                    <a:pt x="24" y="3491"/>
                  </a:cubicBezTo>
                  <a:cubicBezTo>
                    <a:pt x="0" y="3771"/>
                    <a:pt x="0" y="4051"/>
                    <a:pt x="0" y="4320"/>
                  </a:cubicBezTo>
                  <a:cubicBezTo>
                    <a:pt x="0" y="4541"/>
                    <a:pt x="24" y="4751"/>
                    <a:pt x="59" y="4973"/>
                  </a:cubicBezTo>
                  <a:cubicBezTo>
                    <a:pt x="94" y="5242"/>
                    <a:pt x="129" y="5522"/>
                    <a:pt x="187" y="5790"/>
                  </a:cubicBezTo>
                  <a:cubicBezTo>
                    <a:pt x="280" y="6164"/>
                    <a:pt x="386" y="6537"/>
                    <a:pt x="514" y="6899"/>
                  </a:cubicBezTo>
                  <a:cubicBezTo>
                    <a:pt x="619" y="7203"/>
                    <a:pt x="759" y="7495"/>
                    <a:pt x="911" y="7763"/>
                  </a:cubicBezTo>
                  <a:cubicBezTo>
                    <a:pt x="1063" y="8067"/>
                    <a:pt x="1249" y="8347"/>
                    <a:pt x="1436" y="8638"/>
                  </a:cubicBezTo>
                  <a:cubicBezTo>
                    <a:pt x="1541" y="8802"/>
                    <a:pt x="1646" y="8954"/>
                    <a:pt x="1775" y="9105"/>
                  </a:cubicBezTo>
                  <a:cubicBezTo>
                    <a:pt x="1973" y="9351"/>
                    <a:pt x="2195" y="9572"/>
                    <a:pt x="2393" y="9806"/>
                  </a:cubicBezTo>
                  <a:cubicBezTo>
                    <a:pt x="2603" y="10039"/>
                    <a:pt x="2860" y="10238"/>
                    <a:pt x="3140" y="10389"/>
                  </a:cubicBezTo>
                  <a:cubicBezTo>
                    <a:pt x="3269" y="10459"/>
                    <a:pt x="3397" y="10506"/>
                    <a:pt x="3525" y="10564"/>
                  </a:cubicBezTo>
                  <a:cubicBezTo>
                    <a:pt x="3858" y="10715"/>
                    <a:pt x="4210" y="10776"/>
                    <a:pt x="4572" y="10776"/>
                  </a:cubicBezTo>
                  <a:cubicBezTo>
                    <a:pt x="4605" y="10776"/>
                    <a:pt x="4637" y="10776"/>
                    <a:pt x="4669" y="10775"/>
                  </a:cubicBezTo>
                  <a:cubicBezTo>
                    <a:pt x="4891" y="10751"/>
                    <a:pt x="5113" y="10728"/>
                    <a:pt x="5335" y="10681"/>
                  </a:cubicBezTo>
                  <a:cubicBezTo>
                    <a:pt x="5673" y="10635"/>
                    <a:pt x="5953" y="10366"/>
                    <a:pt x="5988" y="10028"/>
                  </a:cubicBezTo>
                  <a:cubicBezTo>
                    <a:pt x="6070" y="9666"/>
                    <a:pt x="6093" y="9304"/>
                    <a:pt x="6070" y="8930"/>
                  </a:cubicBezTo>
                  <a:cubicBezTo>
                    <a:pt x="6058" y="8580"/>
                    <a:pt x="6000" y="8230"/>
                    <a:pt x="5883" y="7891"/>
                  </a:cubicBezTo>
                  <a:cubicBezTo>
                    <a:pt x="5743" y="7460"/>
                    <a:pt x="5522" y="7051"/>
                    <a:pt x="5253" y="6689"/>
                  </a:cubicBezTo>
                  <a:cubicBezTo>
                    <a:pt x="5031" y="6386"/>
                    <a:pt x="4774" y="6094"/>
                    <a:pt x="4483" y="5849"/>
                  </a:cubicBezTo>
                  <a:cubicBezTo>
                    <a:pt x="4086" y="5545"/>
                    <a:pt x="3724" y="5183"/>
                    <a:pt x="3420" y="4786"/>
                  </a:cubicBezTo>
                  <a:cubicBezTo>
                    <a:pt x="3199" y="4495"/>
                    <a:pt x="3000" y="4191"/>
                    <a:pt x="2825" y="3876"/>
                  </a:cubicBezTo>
                  <a:cubicBezTo>
                    <a:pt x="2650" y="3537"/>
                    <a:pt x="2533" y="3176"/>
                    <a:pt x="2487" y="2802"/>
                  </a:cubicBezTo>
                  <a:cubicBezTo>
                    <a:pt x="2440" y="2405"/>
                    <a:pt x="2393" y="2008"/>
                    <a:pt x="2370" y="1611"/>
                  </a:cubicBezTo>
                  <a:cubicBezTo>
                    <a:pt x="2347" y="1320"/>
                    <a:pt x="2382" y="1039"/>
                    <a:pt x="2382" y="748"/>
                  </a:cubicBezTo>
                  <a:cubicBezTo>
                    <a:pt x="2370" y="503"/>
                    <a:pt x="2347" y="257"/>
                    <a:pt x="2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8"/>
            <p:cNvSpPr/>
            <p:nvPr/>
          </p:nvSpPr>
          <p:spPr>
            <a:xfrm>
              <a:off x="1530400" y="4245300"/>
              <a:ext cx="141250" cy="263000"/>
            </a:xfrm>
            <a:custGeom>
              <a:rect b="b" l="l" r="r" t="t"/>
              <a:pathLst>
                <a:path extrusionOk="0" h="10520" w="5650">
                  <a:moveTo>
                    <a:pt x="913" y="1"/>
                  </a:moveTo>
                  <a:cubicBezTo>
                    <a:pt x="783" y="1"/>
                    <a:pt x="654" y="9"/>
                    <a:pt x="525" y="25"/>
                  </a:cubicBezTo>
                  <a:cubicBezTo>
                    <a:pt x="339" y="49"/>
                    <a:pt x="152" y="107"/>
                    <a:pt x="105" y="317"/>
                  </a:cubicBezTo>
                  <a:cubicBezTo>
                    <a:pt x="47" y="562"/>
                    <a:pt x="24" y="807"/>
                    <a:pt x="12" y="1053"/>
                  </a:cubicBezTo>
                  <a:cubicBezTo>
                    <a:pt x="0" y="1286"/>
                    <a:pt x="12" y="1531"/>
                    <a:pt x="35" y="1765"/>
                  </a:cubicBezTo>
                  <a:cubicBezTo>
                    <a:pt x="70" y="2103"/>
                    <a:pt x="117" y="2430"/>
                    <a:pt x="175" y="2768"/>
                  </a:cubicBezTo>
                  <a:cubicBezTo>
                    <a:pt x="210" y="2955"/>
                    <a:pt x="269" y="3130"/>
                    <a:pt x="315" y="3317"/>
                  </a:cubicBezTo>
                  <a:cubicBezTo>
                    <a:pt x="409" y="3691"/>
                    <a:pt x="561" y="4052"/>
                    <a:pt x="771" y="4379"/>
                  </a:cubicBezTo>
                  <a:cubicBezTo>
                    <a:pt x="899" y="4601"/>
                    <a:pt x="1062" y="4800"/>
                    <a:pt x="1203" y="5010"/>
                  </a:cubicBezTo>
                  <a:cubicBezTo>
                    <a:pt x="1448" y="5336"/>
                    <a:pt x="1751" y="5640"/>
                    <a:pt x="2078" y="5885"/>
                  </a:cubicBezTo>
                  <a:cubicBezTo>
                    <a:pt x="2230" y="6014"/>
                    <a:pt x="2416" y="6095"/>
                    <a:pt x="2557" y="6224"/>
                  </a:cubicBezTo>
                  <a:cubicBezTo>
                    <a:pt x="2825" y="6445"/>
                    <a:pt x="3058" y="6702"/>
                    <a:pt x="3257" y="6994"/>
                  </a:cubicBezTo>
                  <a:cubicBezTo>
                    <a:pt x="3420" y="7251"/>
                    <a:pt x="3549" y="7543"/>
                    <a:pt x="3630" y="7834"/>
                  </a:cubicBezTo>
                  <a:cubicBezTo>
                    <a:pt x="3747" y="8231"/>
                    <a:pt x="3794" y="8628"/>
                    <a:pt x="3782" y="9025"/>
                  </a:cubicBezTo>
                  <a:cubicBezTo>
                    <a:pt x="3771" y="9329"/>
                    <a:pt x="3771" y="9632"/>
                    <a:pt x="3771" y="9936"/>
                  </a:cubicBezTo>
                  <a:lnTo>
                    <a:pt x="3771" y="10484"/>
                  </a:lnTo>
                  <a:lnTo>
                    <a:pt x="3817" y="10519"/>
                  </a:lnTo>
                  <a:cubicBezTo>
                    <a:pt x="3969" y="10391"/>
                    <a:pt x="4132" y="10286"/>
                    <a:pt x="4284" y="10157"/>
                  </a:cubicBezTo>
                  <a:cubicBezTo>
                    <a:pt x="4704" y="9819"/>
                    <a:pt x="5020" y="9375"/>
                    <a:pt x="5218" y="8885"/>
                  </a:cubicBezTo>
                  <a:cubicBezTo>
                    <a:pt x="5358" y="8547"/>
                    <a:pt x="5463" y="8196"/>
                    <a:pt x="5510" y="7834"/>
                  </a:cubicBezTo>
                  <a:cubicBezTo>
                    <a:pt x="5545" y="7601"/>
                    <a:pt x="5568" y="7368"/>
                    <a:pt x="5591" y="7134"/>
                  </a:cubicBezTo>
                  <a:cubicBezTo>
                    <a:pt x="5615" y="6842"/>
                    <a:pt x="5650" y="6550"/>
                    <a:pt x="5650" y="6259"/>
                  </a:cubicBezTo>
                  <a:cubicBezTo>
                    <a:pt x="5650" y="6037"/>
                    <a:pt x="5638" y="5827"/>
                    <a:pt x="5603" y="5605"/>
                  </a:cubicBezTo>
                  <a:cubicBezTo>
                    <a:pt x="5591" y="5336"/>
                    <a:pt x="5545" y="5068"/>
                    <a:pt x="5498" y="4800"/>
                  </a:cubicBezTo>
                  <a:cubicBezTo>
                    <a:pt x="5405" y="4426"/>
                    <a:pt x="5276" y="4064"/>
                    <a:pt x="5160" y="3714"/>
                  </a:cubicBezTo>
                  <a:cubicBezTo>
                    <a:pt x="4949" y="3142"/>
                    <a:pt x="4658" y="2617"/>
                    <a:pt x="4284" y="2150"/>
                  </a:cubicBezTo>
                  <a:cubicBezTo>
                    <a:pt x="3969" y="1753"/>
                    <a:pt x="3630" y="1368"/>
                    <a:pt x="3280" y="1018"/>
                  </a:cubicBezTo>
                  <a:cubicBezTo>
                    <a:pt x="3105" y="842"/>
                    <a:pt x="2907" y="691"/>
                    <a:pt x="2697" y="551"/>
                  </a:cubicBezTo>
                  <a:cubicBezTo>
                    <a:pt x="2451" y="364"/>
                    <a:pt x="2183" y="235"/>
                    <a:pt x="1891" y="154"/>
                  </a:cubicBezTo>
                  <a:cubicBezTo>
                    <a:pt x="1573" y="53"/>
                    <a:pt x="1242" y="1"/>
                    <a:pt x="9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2391900" y="2333330"/>
            <a:ext cx="4360200" cy="14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5000"/>
            </a:lvl9pPr>
          </a:lstStyle>
          <a:p/>
        </p:txBody>
      </p:sp>
      <p:sp>
        <p:nvSpPr>
          <p:cNvPr id="98" name="Google Shape;98;p19"/>
          <p:cNvSpPr txBox="1"/>
          <p:nvPr>
            <p:ph idx="2" type="title"/>
          </p:nvPr>
        </p:nvSpPr>
        <p:spPr>
          <a:xfrm>
            <a:off x="3707700" y="1047900"/>
            <a:ext cx="1728600" cy="13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9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9pPr>
          </a:lstStyle>
          <a:p/>
        </p:txBody>
      </p:sp>
      <p:sp>
        <p:nvSpPr>
          <p:cNvPr id="99" name="Google Shape;99;p19"/>
          <p:cNvSpPr/>
          <p:nvPr/>
        </p:nvSpPr>
        <p:spPr>
          <a:xfrm flipH="1" rot="10800000">
            <a:off x="11" y="2537025"/>
            <a:ext cx="8845259" cy="2668578"/>
          </a:xfrm>
          <a:custGeom>
            <a:rect b="b" l="l" r="r" t="t"/>
            <a:pathLst>
              <a:path extrusionOk="0" h="24479" w="81138">
                <a:moveTo>
                  <a:pt x="0" y="1"/>
                </a:moveTo>
                <a:lnTo>
                  <a:pt x="0" y="24479"/>
                </a:lnTo>
                <a:cubicBezTo>
                  <a:pt x="444" y="24199"/>
                  <a:pt x="876" y="23918"/>
                  <a:pt x="1319" y="23650"/>
                </a:cubicBezTo>
                <a:cubicBezTo>
                  <a:pt x="3327" y="22389"/>
                  <a:pt x="5603" y="21619"/>
                  <a:pt x="7973" y="21420"/>
                </a:cubicBezTo>
                <a:cubicBezTo>
                  <a:pt x="8378" y="21385"/>
                  <a:pt x="8783" y="21368"/>
                  <a:pt x="9188" y="21368"/>
                </a:cubicBezTo>
                <a:cubicBezTo>
                  <a:pt x="10135" y="21368"/>
                  <a:pt x="11079" y="21462"/>
                  <a:pt x="12011" y="21642"/>
                </a:cubicBezTo>
                <a:cubicBezTo>
                  <a:pt x="13949" y="22027"/>
                  <a:pt x="15899" y="22413"/>
                  <a:pt x="17813" y="22891"/>
                </a:cubicBezTo>
                <a:cubicBezTo>
                  <a:pt x="20241" y="23498"/>
                  <a:pt x="22680" y="24058"/>
                  <a:pt x="25190" y="24257"/>
                </a:cubicBezTo>
                <a:cubicBezTo>
                  <a:pt x="25656" y="24288"/>
                  <a:pt x="26122" y="24303"/>
                  <a:pt x="26587" y="24303"/>
                </a:cubicBezTo>
                <a:cubicBezTo>
                  <a:pt x="29645" y="24303"/>
                  <a:pt x="32678" y="23641"/>
                  <a:pt x="35474" y="22354"/>
                </a:cubicBezTo>
                <a:cubicBezTo>
                  <a:pt x="38053" y="21152"/>
                  <a:pt x="40458" y="19588"/>
                  <a:pt x="42606" y="17720"/>
                </a:cubicBezTo>
                <a:cubicBezTo>
                  <a:pt x="44147" y="16401"/>
                  <a:pt x="45594" y="14977"/>
                  <a:pt x="47135" y="13670"/>
                </a:cubicBezTo>
                <a:cubicBezTo>
                  <a:pt x="48641" y="12386"/>
                  <a:pt x="50193" y="11148"/>
                  <a:pt x="51781" y="9981"/>
                </a:cubicBezTo>
                <a:cubicBezTo>
                  <a:pt x="53893" y="8452"/>
                  <a:pt x="56100" y="7063"/>
                  <a:pt x="58399" y="5849"/>
                </a:cubicBezTo>
                <a:cubicBezTo>
                  <a:pt x="60897" y="4483"/>
                  <a:pt x="63477" y="3281"/>
                  <a:pt x="66138" y="2265"/>
                </a:cubicBezTo>
                <a:cubicBezTo>
                  <a:pt x="67749" y="1647"/>
                  <a:pt x="69395" y="1098"/>
                  <a:pt x="71041" y="549"/>
                </a:cubicBezTo>
                <a:cubicBezTo>
                  <a:pt x="71543" y="374"/>
                  <a:pt x="72080" y="164"/>
                  <a:pt x="72605" y="164"/>
                </a:cubicBezTo>
                <a:cubicBezTo>
                  <a:pt x="73825" y="149"/>
                  <a:pt x="75044" y="145"/>
                  <a:pt x="76262" y="145"/>
                </a:cubicBezTo>
                <a:cubicBezTo>
                  <a:pt x="77886" y="145"/>
                  <a:pt x="79510" y="153"/>
                  <a:pt x="81138" y="153"/>
                </a:cubicBezTo>
                <a:lnTo>
                  <a:pt x="81138" y="1"/>
                </a:lnTo>
                <a:close/>
              </a:path>
            </a:pathLst>
          </a:custGeom>
          <a:solidFill>
            <a:srgbClr val="B7715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/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720000" y="1152475"/>
            <a:ext cx="77040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03" name="Google Shape;103;p20"/>
          <p:cNvSpPr/>
          <p:nvPr/>
        </p:nvSpPr>
        <p:spPr>
          <a:xfrm>
            <a:off x="11" y="-762"/>
            <a:ext cx="8845259" cy="2668578"/>
          </a:xfrm>
          <a:custGeom>
            <a:rect b="b" l="l" r="r" t="t"/>
            <a:pathLst>
              <a:path extrusionOk="0" h="24479" w="81138">
                <a:moveTo>
                  <a:pt x="0" y="1"/>
                </a:moveTo>
                <a:lnTo>
                  <a:pt x="0" y="24479"/>
                </a:lnTo>
                <a:cubicBezTo>
                  <a:pt x="444" y="24199"/>
                  <a:pt x="876" y="23918"/>
                  <a:pt x="1319" y="23650"/>
                </a:cubicBezTo>
                <a:cubicBezTo>
                  <a:pt x="3327" y="22389"/>
                  <a:pt x="5603" y="21619"/>
                  <a:pt x="7973" y="21420"/>
                </a:cubicBezTo>
                <a:cubicBezTo>
                  <a:pt x="8378" y="21385"/>
                  <a:pt x="8783" y="21368"/>
                  <a:pt x="9188" y="21368"/>
                </a:cubicBezTo>
                <a:cubicBezTo>
                  <a:pt x="10135" y="21368"/>
                  <a:pt x="11079" y="21462"/>
                  <a:pt x="12011" y="21642"/>
                </a:cubicBezTo>
                <a:cubicBezTo>
                  <a:pt x="13949" y="22027"/>
                  <a:pt x="15899" y="22413"/>
                  <a:pt x="17813" y="22891"/>
                </a:cubicBezTo>
                <a:cubicBezTo>
                  <a:pt x="20241" y="23498"/>
                  <a:pt x="22680" y="24058"/>
                  <a:pt x="25190" y="24257"/>
                </a:cubicBezTo>
                <a:cubicBezTo>
                  <a:pt x="25656" y="24288"/>
                  <a:pt x="26122" y="24303"/>
                  <a:pt x="26587" y="24303"/>
                </a:cubicBezTo>
                <a:cubicBezTo>
                  <a:pt x="29645" y="24303"/>
                  <a:pt x="32678" y="23641"/>
                  <a:pt x="35474" y="22354"/>
                </a:cubicBezTo>
                <a:cubicBezTo>
                  <a:pt x="38053" y="21152"/>
                  <a:pt x="40458" y="19588"/>
                  <a:pt x="42606" y="17720"/>
                </a:cubicBezTo>
                <a:cubicBezTo>
                  <a:pt x="44147" y="16401"/>
                  <a:pt x="45594" y="14977"/>
                  <a:pt x="47135" y="13670"/>
                </a:cubicBezTo>
                <a:cubicBezTo>
                  <a:pt x="48641" y="12386"/>
                  <a:pt x="50193" y="11148"/>
                  <a:pt x="51781" y="9981"/>
                </a:cubicBezTo>
                <a:cubicBezTo>
                  <a:pt x="53893" y="8452"/>
                  <a:pt x="56100" y="7063"/>
                  <a:pt x="58399" y="5849"/>
                </a:cubicBezTo>
                <a:cubicBezTo>
                  <a:pt x="60897" y="4483"/>
                  <a:pt x="63477" y="3281"/>
                  <a:pt x="66138" y="2265"/>
                </a:cubicBezTo>
                <a:cubicBezTo>
                  <a:pt x="67749" y="1647"/>
                  <a:pt x="69395" y="1098"/>
                  <a:pt x="71041" y="549"/>
                </a:cubicBezTo>
                <a:cubicBezTo>
                  <a:pt x="71543" y="374"/>
                  <a:pt x="72080" y="164"/>
                  <a:pt x="72605" y="164"/>
                </a:cubicBezTo>
                <a:cubicBezTo>
                  <a:pt x="73825" y="149"/>
                  <a:pt x="75044" y="145"/>
                  <a:pt x="76262" y="145"/>
                </a:cubicBezTo>
                <a:cubicBezTo>
                  <a:pt x="77886" y="145"/>
                  <a:pt x="79510" y="153"/>
                  <a:pt x="81138" y="153"/>
                </a:cubicBezTo>
                <a:lnTo>
                  <a:pt x="81138" y="1"/>
                </a:lnTo>
                <a:close/>
              </a:path>
            </a:pathLst>
          </a:custGeom>
          <a:solidFill>
            <a:srgbClr val="B7715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/>
        </p:txBody>
      </p:sp>
      <p:sp>
        <p:nvSpPr>
          <p:cNvPr id="106" name="Google Shape;106;p21"/>
          <p:cNvSpPr/>
          <p:nvPr/>
        </p:nvSpPr>
        <p:spPr>
          <a:xfrm rot="10800000">
            <a:off x="298735" y="2518075"/>
            <a:ext cx="8845259" cy="2668578"/>
          </a:xfrm>
          <a:custGeom>
            <a:rect b="b" l="l" r="r" t="t"/>
            <a:pathLst>
              <a:path extrusionOk="0" h="24479" w="81138">
                <a:moveTo>
                  <a:pt x="0" y="1"/>
                </a:moveTo>
                <a:lnTo>
                  <a:pt x="0" y="24479"/>
                </a:lnTo>
                <a:cubicBezTo>
                  <a:pt x="444" y="24199"/>
                  <a:pt x="876" y="23918"/>
                  <a:pt x="1319" y="23650"/>
                </a:cubicBezTo>
                <a:cubicBezTo>
                  <a:pt x="3327" y="22389"/>
                  <a:pt x="5603" y="21619"/>
                  <a:pt x="7973" y="21420"/>
                </a:cubicBezTo>
                <a:cubicBezTo>
                  <a:pt x="8378" y="21385"/>
                  <a:pt x="8783" y="21368"/>
                  <a:pt x="9188" y="21368"/>
                </a:cubicBezTo>
                <a:cubicBezTo>
                  <a:pt x="10135" y="21368"/>
                  <a:pt x="11079" y="21462"/>
                  <a:pt x="12011" y="21642"/>
                </a:cubicBezTo>
                <a:cubicBezTo>
                  <a:pt x="13949" y="22027"/>
                  <a:pt x="15899" y="22413"/>
                  <a:pt x="17813" y="22891"/>
                </a:cubicBezTo>
                <a:cubicBezTo>
                  <a:pt x="20241" y="23498"/>
                  <a:pt x="22680" y="24058"/>
                  <a:pt x="25190" y="24257"/>
                </a:cubicBezTo>
                <a:cubicBezTo>
                  <a:pt x="25656" y="24288"/>
                  <a:pt x="26122" y="24303"/>
                  <a:pt x="26587" y="24303"/>
                </a:cubicBezTo>
                <a:cubicBezTo>
                  <a:pt x="29645" y="24303"/>
                  <a:pt x="32678" y="23641"/>
                  <a:pt x="35474" y="22354"/>
                </a:cubicBezTo>
                <a:cubicBezTo>
                  <a:pt x="38053" y="21152"/>
                  <a:pt x="40458" y="19588"/>
                  <a:pt x="42606" y="17720"/>
                </a:cubicBezTo>
                <a:cubicBezTo>
                  <a:pt x="44147" y="16401"/>
                  <a:pt x="45594" y="14977"/>
                  <a:pt x="47135" y="13670"/>
                </a:cubicBezTo>
                <a:cubicBezTo>
                  <a:pt x="48641" y="12386"/>
                  <a:pt x="50193" y="11148"/>
                  <a:pt x="51781" y="9981"/>
                </a:cubicBezTo>
                <a:cubicBezTo>
                  <a:pt x="53893" y="8452"/>
                  <a:pt x="56100" y="7063"/>
                  <a:pt x="58399" y="5849"/>
                </a:cubicBezTo>
                <a:cubicBezTo>
                  <a:pt x="60897" y="4483"/>
                  <a:pt x="63477" y="3281"/>
                  <a:pt x="66138" y="2265"/>
                </a:cubicBezTo>
                <a:cubicBezTo>
                  <a:pt x="67749" y="1647"/>
                  <a:pt x="69395" y="1098"/>
                  <a:pt x="71041" y="549"/>
                </a:cubicBezTo>
                <a:cubicBezTo>
                  <a:pt x="71543" y="374"/>
                  <a:pt x="72080" y="164"/>
                  <a:pt x="72605" y="164"/>
                </a:cubicBezTo>
                <a:cubicBezTo>
                  <a:pt x="73825" y="149"/>
                  <a:pt x="75044" y="145"/>
                  <a:pt x="76262" y="145"/>
                </a:cubicBezTo>
                <a:cubicBezTo>
                  <a:pt x="77886" y="145"/>
                  <a:pt x="79510" y="153"/>
                  <a:pt x="81138" y="153"/>
                </a:cubicBezTo>
                <a:lnTo>
                  <a:pt x="81138" y="1"/>
                </a:lnTo>
                <a:close/>
              </a:path>
            </a:pathLst>
          </a:custGeom>
          <a:solidFill>
            <a:srgbClr val="B7715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720000" y="445025"/>
            <a:ext cx="4549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/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720000" y="1547575"/>
            <a:ext cx="4549500" cy="26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Light"/>
              <a:buChar char="●"/>
              <a:defRPr/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900"/>
              <a:buFont typeface="Nunito Light"/>
              <a:buChar char="○"/>
              <a:defRPr/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900"/>
              <a:buFont typeface="Nunito Light"/>
              <a:buChar char="■"/>
              <a:defRPr/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900"/>
              <a:buFont typeface="Nunito Light"/>
              <a:buChar char="●"/>
              <a:defRPr/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900"/>
              <a:buFont typeface="Nunito Light"/>
              <a:buChar char="○"/>
              <a:defRPr/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Nunito Light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Nunito Light"/>
              <a:buChar char="●"/>
              <a:defRPr/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Nunito Light"/>
              <a:buChar char="○"/>
              <a:defRPr/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Nunito Light"/>
              <a:buChar char="■"/>
              <a:defRPr/>
            </a:lvl9pPr>
          </a:lstStyle>
          <a:p/>
        </p:txBody>
      </p:sp>
      <p:sp>
        <p:nvSpPr>
          <p:cNvPr id="110" name="Google Shape;110;p22"/>
          <p:cNvSpPr/>
          <p:nvPr>
            <p:ph idx="2" type="pic"/>
          </p:nvPr>
        </p:nvSpPr>
        <p:spPr>
          <a:xfrm>
            <a:off x="5631000" y="0"/>
            <a:ext cx="3513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22"/>
          <p:cNvSpPr/>
          <p:nvPr/>
        </p:nvSpPr>
        <p:spPr>
          <a:xfrm flipH="1">
            <a:off x="320510" y="-31575"/>
            <a:ext cx="8845259" cy="2668578"/>
          </a:xfrm>
          <a:custGeom>
            <a:rect b="b" l="l" r="r" t="t"/>
            <a:pathLst>
              <a:path extrusionOk="0" h="24479" w="81138">
                <a:moveTo>
                  <a:pt x="0" y="1"/>
                </a:moveTo>
                <a:lnTo>
                  <a:pt x="0" y="24479"/>
                </a:lnTo>
                <a:cubicBezTo>
                  <a:pt x="444" y="24199"/>
                  <a:pt x="876" y="23918"/>
                  <a:pt x="1319" y="23650"/>
                </a:cubicBezTo>
                <a:cubicBezTo>
                  <a:pt x="3327" y="22389"/>
                  <a:pt x="5603" y="21619"/>
                  <a:pt x="7973" y="21420"/>
                </a:cubicBezTo>
                <a:cubicBezTo>
                  <a:pt x="8378" y="21385"/>
                  <a:pt x="8783" y="21368"/>
                  <a:pt x="9188" y="21368"/>
                </a:cubicBezTo>
                <a:cubicBezTo>
                  <a:pt x="10135" y="21368"/>
                  <a:pt x="11079" y="21462"/>
                  <a:pt x="12011" y="21642"/>
                </a:cubicBezTo>
                <a:cubicBezTo>
                  <a:pt x="13949" y="22027"/>
                  <a:pt x="15899" y="22413"/>
                  <a:pt x="17813" y="22891"/>
                </a:cubicBezTo>
                <a:cubicBezTo>
                  <a:pt x="20241" y="23498"/>
                  <a:pt x="22680" y="24058"/>
                  <a:pt x="25190" y="24257"/>
                </a:cubicBezTo>
                <a:cubicBezTo>
                  <a:pt x="25656" y="24288"/>
                  <a:pt x="26122" y="24303"/>
                  <a:pt x="26587" y="24303"/>
                </a:cubicBezTo>
                <a:cubicBezTo>
                  <a:pt x="29645" y="24303"/>
                  <a:pt x="32678" y="23641"/>
                  <a:pt x="35474" y="22354"/>
                </a:cubicBezTo>
                <a:cubicBezTo>
                  <a:pt x="38053" y="21152"/>
                  <a:pt x="40458" y="19588"/>
                  <a:pt x="42606" y="17720"/>
                </a:cubicBezTo>
                <a:cubicBezTo>
                  <a:pt x="44147" y="16401"/>
                  <a:pt x="45594" y="14977"/>
                  <a:pt x="47135" y="13670"/>
                </a:cubicBezTo>
                <a:cubicBezTo>
                  <a:pt x="48641" y="12386"/>
                  <a:pt x="50193" y="11148"/>
                  <a:pt x="51781" y="9981"/>
                </a:cubicBezTo>
                <a:cubicBezTo>
                  <a:pt x="53893" y="8452"/>
                  <a:pt x="56100" y="7063"/>
                  <a:pt x="58399" y="5849"/>
                </a:cubicBezTo>
                <a:cubicBezTo>
                  <a:pt x="60897" y="4483"/>
                  <a:pt x="63477" y="3281"/>
                  <a:pt x="66138" y="2265"/>
                </a:cubicBezTo>
                <a:cubicBezTo>
                  <a:pt x="67749" y="1647"/>
                  <a:pt x="69395" y="1098"/>
                  <a:pt x="71041" y="549"/>
                </a:cubicBezTo>
                <a:cubicBezTo>
                  <a:pt x="71543" y="374"/>
                  <a:pt x="72080" y="164"/>
                  <a:pt x="72605" y="164"/>
                </a:cubicBezTo>
                <a:cubicBezTo>
                  <a:pt x="73825" y="149"/>
                  <a:pt x="75044" y="145"/>
                  <a:pt x="76262" y="145"/>
                </a:cubicBezTo>
                <a:cubicBezTo>
                  <a:pt x="77886" y="145"/>
                  <a:pt x="79510" y="153"/>
                  <a:pt x="81138" y="153"/>
                </a:cubicBezTo>
                <a:lnTo>
                  <a:pt x="81138" y="1"/>
                </a:lnTo>
                <a:close/>
              </a:path>
            </a:pathLst>
          </a:custGeom>
          <a:solidFill>
            <a:srgbClr val="B7715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4"/>
          <p:cNvSpPr txBox="1"/>
          <p:nvPr>
            <p:ph type="title"/>
          </p:nvPr>
        </p:nvSpPr>
        <p:spPr>
          <a:xfrm>
            <a:off x="2241425" y="1293100"/>
            <a:ext cx="46611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9pPr>
          </a:lstStyle>
          <a:p/>
        </p:txBody>
      </p:sp>
      <p:sp>
        <p:nvSpPr>
          <p:cNvPr id="116" name="Google Shape;116;p24"/>
          <p:cNvSpPr txBox="1"/>
          <p:nvPr>
            <p:ph idx="1" type="subTitle"/>
          </p:nvPr>
        </p:nvSpPr>
        <p:spPr>
          <a:xfrm>
            <a:off x="2241475" y="2168600"/>
            <a:ext cx="4661100" cy="16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5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25"/>
          <p:cNvSpPr txBox="1"/>
          <p:nvPr>
            <p:ph type="title"/>
          </p:nvPr>
        </p:nvSpPr>
        <p:spPr>
          <a:xfrm>
            <a:off x="4794700" y="3370650"/>
            <a:ext cx="3634200" cy="99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6"/>
          <p:cNvSpPr txBox="1"/>
          <p:nvPr>
            <p:ph type="title"/>
          </p:nvPr>
        </p:nvSpPr>
        <p:spPr>
          <a:xfrm>
            <a:off x="1653900" y="1350575"/>
            <a:ext cx="5836200" cy="15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85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9pPr>
          </a:lstStyle>
          <a:p/>
        </p:txBody>
      </p:sp>
      <p:sp>
        <p:nvSpPr>
          <p:cNvPr id="122" name="Google Shape;122;p26"/>
          <p:cNvSpPr txBox="1"/>
          <p:nvPr>
            <p:ph idx="1" type="subTitle"/>
          </p:nvPr>
        </p:nvSpPr>
        <p:spPr>
          <a:xfrm>
            <a:off x="1653900" y="3048001"/>
            <a:ext cx="58362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/>
        </p:txBody>
      </p:sp>
      <p:sp>
        <p:nvSpPr>
          <p:cNvPr id="123" name="Google Shape;123;p26"/>
          <p:cNvSpPr/>
          <p:nvPr/>
        </p:nvSpPr>
        <p:spPr>
          <a:xfrm>
            <a:off x="11" y="-762"/>
            <a:ext cx="8845259" cy="2668578"/>
          </a:xfrm>
          <a:custGeom>
            <a:rect b="b" l="l" r="r" t="t"/>
            <a:pathLst>
              <a:path extrusionOk="0" h="24479" w="81138">
                <a:moveTo>
                  <a:pt x="0" y="1"/>
                </a:moveTo>
                <a:lnTo>
                  <a:pt x="0" y="24479"/>
                </a:lnTo>
                <a:cubicBezTo>
                  <a:pt x="444" y="24199"/>
                  <a:pt x="876" y="23918"/>
                  <a:pt x="1319" y="23650"/>
                </a:cubicBezTo>
                <a:cubicBezTo>
                  <a:pt x="3327" y="22389"/>
                  <a:pt x="5603" y="21619"/>
                  <a:pt x="7973" y="21420"/>
                </a:cubicBezTo>
                <a:cubicBezTo>
                  <a:pt x="8378" y="21385"/>
                  <a:pt x="8783" y="21368"/>
                  <a:pt x="9188" y="21368"/>
                </a:cubicBezTo>
                <a:cubicBezTo>
                  <a:pt x="10135" y="21368"/>
                  <a:pt x="11079" y="21462"/>
                  <a:pt x="12011" y="21642"/>
                </a:cubicBezTo>
                <a:cubicBezTo>
                  <a:pt x="13949" y="22027"/>
                  <a:pt x="15899" y="22413"/>
                  <a:pt x="17813" y="22891"/>
                </a:cubicBezTo>
                <a:cubicBezTo>
                  <a:pt x="20241" y="23498"/>
                  <a:pt x="22680" y="24058"/>
                  <a:pt x="25190" y="24257"/>
                </a:cubicBezTo>
                <a:cubicBezTo>
                  <a:pt x="25656" y="24288"/>
                  <a:pt x="26122" y="24303"/>
                  <a:pt x="26587" y="24303"/>
                </a:cubicBezTo>
                <a:cubicBezTo>
                  <a:pt x="29645" y="24303"/>
                  <a:pt x="32678" y="23641"/>
                  <a:pt x="35474" y="22354"/>
                </a:cubicBezTo>
                <a:cubicBezTo>
                  <a:pt x="38053" y="21152"/>
                  <a:pt x="40458" y="19588"/>
                  <a:pt x="42606" y="17720"/>
                </a:cubicBezTo>
                <a:cubicBezTo>
                  <a:pt x="44147" y="16401"/>
                  <a:pt x="45594" y="14977"/>
                  <a:pt x="47135" y="13670"/>
                </a:cubicBezTo>
                <a:cubicBezTo>
                  <a:pt x="48641" y="12386"/>
                  <a:pt x="50193" y="11148"/>
                  <a:pt x="51781" y="9981"/>
                </a:cubicBezTo>
                <a:cubicBezTo>
                  <a:pt x="53893" y="8452"/>
                  <a:pt x="56100" y="7063"/>
                  <a:pt x="58399" y="5849"/>
                </a:cubicBezTo>
                <a:cubicBezTo>
                  <a:pt x="60897" y="4483"/>
                  <a:pt x="63477" y="3281"/>
                  <a:pt x="66138" y="2265"/>
                </a:cubicBezTo>
                <a:cubicBezTo>
                  <a:pt x="67749" y="1647"/>
                  <a:pt x="69395" y="1098"/>
                  <a:pt x="71041" y="549"/>
                </a:cubicBezTo>
                <a:cubicBezTo>
                  <a:pt x="71543" y="374"/>
                  <a:pt x="72080" y="164"/>
                  <a:pt x="72605" y="164"/>
                </a:cubicBezTo>
                <a:cubicBezTo>
                  <a:pt x="73825" y="149"/>
                  <a:pt x="75044" y="145"/>
                  <a:pt x="76262" y="145"/>
                </a:cubicBezTo>
                <a:cubicBezTo>
                  <a:pt x="77886" y="145"/>
                  <a:pt x="79510" y="153"/>
                  <a:pt x="81138" y="153"/>
                </a:cubicBezTo>
                <a:lnTo>
                  <a:pt x="81138" y="1"/>
                </a:lnTo>
                <a:close/>
              </a:path>
            </a:pathLst>
          </a:custGeom>
          <a:solidFill>
            <a:srgbClr val="B7715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 only 2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8"/>
          <p:cNvSpPr/>
          <p:nvPr/>
        </p:nvSpPr>
        <p:spPr>
          <a:xfrm flipH="1" rot="10800000">
            <a:off x="11" y="2474925"/>
            <a:ext cx="8845259" cy="2668578"/>
          </a:xfrm>
          <a:custGeom>
            <a:rect b="b" l="l" r="r" t="t"/>
            <a:pathLst>
              <a:path extrusionOk="0" h="24479" w="81138">
                <a:moveTo>
                  <a:pt x="0" y="1"/>
                </a:moveTo>
                <a:lnTo>
                  <a:pt x="0" y="24479"/>
                </a:lnTo>
                <a:cubicBezTo>
                  <a:pt x="444" y="24199"/>
                  <a:pt x="876" y="23918"/>
                  <a:pt x="1319" y="23650"/>
                </a:cubicBezTo>
                <a:cubicBezTo>
                  <a:pt x="3327" y="22389"/>
                  <a:pt x="5603" y="21619"/>
                  <a:pt x="7973" y="21420"/>
                </a:cubicBezTo>
                <a:cubicBezTo>
                  <a:pt x="8378" y="21385"/>
                  <a:pt x="8783" y="21368"/>
                  <a:pt x="9188" y="21368"/>
                </a:cubicBezTo>
                <a:cubicBezTo>
                  <a:pt x="10135" y="21368"/>
                  <a:pt x="11079" y="21462"/>
                  <a:pt x="12011" y="21642"/>
                </a:cubicBezTo>
                <a:cubicBezTo>
                  <a:pt x="13949" y="22027"/>
                  <a:pt x="15899" y="22413"/>
                  <a:pt x="17813" y="22891"/>
                </a:cubicBezTo>
                <a:cubicBezTo>
                  <a:pt x="20241" y="23498"/>
                  <a:pt x="22680" y="24058"/>
                  <a:pt x="25190" y="24257"/>
                </a:cubicBezTo>
                <a:cubicBezTo>
                  <a:pt x="25656" y="24288"/>
                  <a:pt x="26122" y="24303"/>
                  <a:pt x="26587" y="24303"/>
                </a:cubicBezTo>
                <a:cubicBezTo>
                  <a:pt x="29645" y="24303"/>
                  <a:pt x="32678" y="23641"/>
                  <a:pt x="35474" y="22354"/>
                </a:cubicBezTo>
                <a:cubicBezTo>
                  <a:pt x="38053" y="21152"/>
                  <a:pt x="40458" y="19588"/>
                  <a:pt x="42606" y="17720"/>
                </a:cubicBezTo>
                <a:cubicBezTo>
                  <a:pt x="44147" y="16401"/>
                  <a:pt x="45594" y="14977"/>
                  <a:pt x="47135" y="13670"/>
                </a:cubicBezTo>
                <a:cubicBezTo>
                  <a:pt x="48641" y="12386"/>
                  <a:pt x="50193" y="11148"/>
                  <a:pt x="51781" y="9981"/>
                </a:cubicBezTo>
                <a:cubicBezTo>
                  <a:pt x="53893" y="8452"/>
                  <a:pt x="56100" y="7063"/>
                  <a:pt x="58399" y="5849"/>
                </a:cubicBezTo>
                <a:cubicBezTo>
                  <a:pt x="60897" y="4483"/>
                  <a:pt x="63477" y="3281"/>
                  <a:pt x="66138" y="2265"/>
                </a:cubicBezTo>
                <a:cubicBezTo>
                  <a:pt x="67749" y="1647"/>
                  <a:pt x="69395" y="1098"/>
                  <a:pt x="71041" y="549"/>
                </a:cubicBezTo>
                <a:cubicBezTo>
                  <a:pt x="71543" y="374"/>
                  <a:pt x="72080" y="164"/>
                  <a:pt x="72605" y="164"/>
                </a:cubicBezTo>
                <a:cubicBezTo>
                  <a:pt x="73825" y="149"/>
                  <a:pt x="75044" y="145"/>
                  <a:pt x="76262" y="145"/>
                </a:cubicBezTo>
                <a:cubicBezTo>
                  <a:pt x="77886" y="145"/>
                  <a:pt x="79510" y="153"/>
                  <a:pt x="81138" y="153"/>
                </a:cubicBezTo>
                <a:lnTo>
                  <a:pt x="81138" y="1"/>
                </a:lnTo>
                <a:close/>
              </a:path>
            </a:pathLst>
          </a:custGeom>
          <a:solidFill>
            <a:srgbClr val="B7715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Table of contents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2" type="title"/>
          </p:nvPr>
        </p:nvSpPr>
        <p:spPr>
          <a:xfrm>
            <a:off x="862325" y="1480883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9pPr>
          </a:lstStyle>
          <a:p/>
        </p:txBody>
      </p:sp>
      <p:sp>
        <p:nvSpPr>
          <p:cNvPr id="131" name="Google Shape;131;p29"/>
          <p:cNvSpPr txBox="1"/>
          <p:nvPr>
            <p:ph idx="3" type="title"/>
          </p:nvPr>
        </p:nvSpPr>
        <p:spPr>
          <a:xfrm>
            <a:off x="862325" y="2914291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9pPr>
          </a:lstStyle>
          <a:p/>
        </p:txBody>
      </p:sp>
      <p:sp>
        <p:nvSpPr>
          <p:cNvPr id="132" name="Google Shape;132;p29"/>
          <p:cNvSpPr txBox="1"/>
          <p:nvPr>
            <p:ph idx="4" type="title"/>
          </p:nvPr>
        </p:nvSpPr>
        <p:spPr>
          <a:xfrm>
            <a:off x="3561600" y="1480883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9pPr>
          </a:lstStyle>
          <a:p/>
        </p:txBody>
      </p:sp>
      <p:sp>
        <p:nvSpPr>
          <p:cNvPr id="133" name="Google Shape;133;p29"/>
          <p:cNvSpPr txBox="1"/>
          <p:nvPr>
            <p:ph idx="5" type="title"/>
          </p:nvPr>
        </p:nvSpPr>
        <p:spPr>
          <a:xfrm>
            <a:off x="3561600" y="2914291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9pPr>
          </a:lstStyle>
          <a:p/>
        </p:txBody>
      </p:sp>
      <p:sp>
        <p:nvSpPr>
          <p:cNvPr id="134" name="Google Shape;134;p29"/>
          <p:cNvSpPr txBox="1"/>
          <p:nvPr>
            <p:ph idx="6" type="title"/>
          </p:nvPr>
        </p:nvSpPr>
        <p:spPr>
          <a:xfrm>
            <a:off x="6260875" y="1480883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9pPr>
          </a:lstStyle>
          <a:p/>
        </p:txBody>
      </p:sp>
      <p:sp>
        <p:nvSpPr>
          <p:cNvPr id="135" name="Google Shape;135;p29"/>
          <p:cNvSpPr txBox="1"/>
          <p:nvPr>
            <p:ph idx="7" type="title"/>
          </p:nvPr>
        </p:nvSpPr>
        <p:spPr>
          <a:xfrm>
            <a:off x="6260875" y="2914291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9pPr>
          </a:lstStyle>
          <a:p/>
        </p:txBody>
      </p:sp>
      <p:sp>
        <p:nvSpPr>
          <p:cNvPr id="136" name="Google Shape;136;p29"/>
          <p:cNvSpPr txBox="1"/>
          <p:nvPr>
            <p:ph idx="1" type="subTitle"/>
          </p:nvPr>
        </p:nvSpPr>
        <p:spPr>
          <a:xfrm>
            <a:off x="862325" y="1984475"/>
            <a:ext cx="2035800" cy="6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None/>
              <a:defRPr sz="18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7" name="Google Shape;137;p29"/>
          <p:cNvSpPr txBox="1"/>
          <p:nvPr>
            <p:ph idx="8" type="subTitle"/>
          </p:nvPr>
        </p:nvSpPr>
        <p:spPr>
          <a:xfrm>
            <a:off x="3561600" y="1984475"/>
            <a:ext cx="2035800" cy="6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None/>
              <a:defRPr sz="18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8" name="Google Shape;138;p29"/>
          <p:cNvSpPr txBox="1"/>
          <p:nvPr>
            <p:ph idx="9" type="subTitle"/>
          </p:nvPr>
        </p:nvSpPr>
        <p:spPr>
          <a:xfrm>
            <a:off x="6260875" y="1984475"/>
            <a:ext cx="2020800" cy="6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None/>
              <a:defRPr sz="18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9" name="Google Shape;139;p29"/>
          <p:cNvSpPr txBox="1"/>
          <p:nvPr>
            <p:ph idx="13" type="subTitle"/>
          </p:nvPr>
        </p:nvSpPr>
        <p:spPr>
          <a:xfrm>
            <a:off x="862325" y="3417950"/>
            <a:ext cx="2035800" cy="6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None/>
              <a:defRPr sz="18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40" name="Google Shape;140;p29"/>
          <p:cNvSpPr txBox="1"/>
          <p:nvPr>
            <p:ph idx="14" type="subTitle"/>
          </p:nvPr>
        </p:nvSpPr>
        <p:spPr>
          <a:xfrm>
            <a:off x="3570900" y="3417950"/>
            <a:ext cx="2017200" cy="6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None/>
              <a:defRPr sz="18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41" name="Google Shape;141;p29"/>
          <p:cNvSpPr txBox="1"/>
          <p:nvPr>
            <p:ph idx="15" type="subTitle"/>
          </p:nvPr>
        </p:nvSpPr>
        <p:spPr>
          <a:xfrm>
            <a:off x="6260875" y="3417950"/>
            <a:ext cx="2020800" cy="6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None/>
              <a:defRPr sz="18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42" name="Google Shape;142;p29"/>
          <p:cNvSpPr/>
          <p:nvPr/>
        </p:nvSpPr>
        <p:spPr>
          <a:xfrm rot="10800000">
            <a:off x="298735" y="2518075"/>
            <a:ext cx="8845259" cy="2668578"/>
          </a:xfrm>
          <a:custGeom>
            <a:rect b="b" l="l" r="r" t="t"/>
            <a:pathLst>
              <a:path extrusionOk="0" h="24479" w="81138">
                <a:moveTo>
                  <a:pt x="0" y="1"/>
                </a:moveTo>
                <a:lnTo>
                  <a:pt x="0" y="24479"/>
                </a:lnTo>
                <a:cubicBezTo>
                  <a:pt x="444" y="24199"/>
                  <a:pt x="876" y="23918"/>
                  <a:pt x="1319" y="23650"/>
                </a:cubicBezTo>
                <a:cubicBezTo>
                  <a:pt x="3327" y="22389"/>
                  <a:pt x="5603" y="21619"/>
                  <a:pt x="7973" y="21420"/>
                </a:cubicBezTo>
                <a:cubicBezTo>
                  <a:pt x="8378" y="21385"/>
                  <a:pt x="8783" y="21368"/>
                  <a:pt x="9188" y="21368"/>
                </a:cubicBezTo>
                <a:cubicBezTo>
                  <a:pt x="10135" y="21368"/>
                  <a:pt x="11079" y="21462"/>
                  <a:pt x="12011" y="21642"/>
                </a:cubicBezTo>
                <a:cubicBezTo>
                  <a:pt x="13949" y="22027"/>
                  <a:pt x="15899" y="22413"/>
                  <a:pt x="17813" y="22891"/>
                </a:cubicBezTo>
                <a:cubicBezTo>
                  <a:pt x="20241" y="23498"/>
                  <a:pt x="22680" y="24058"/>
                  <a:pt x="25190" y="24257"/>
                </a:cubicBezTo>
                <a:cubicBezTo>
                  <a:pt x="25656" y="24288"/>
                  <a:pt x="26122" y="24303"/>
                  <a:pt x="26587" y="24303"/>
                </a:cubicBezTo>
                <a:cubicBezTo>
                  <a:pt x="29645" y="24303"/>
                  <a:pt x="32678" y="23641"/>
                  <a:pt x="35474" y="22354"/>
                </a:cubicBezTo>
                <a:cubicBezTo>
                  <a:pt x="38053" y="21152"/>
                  <a:pt x="40458" y="19588"/>
                  <a:pt x="42606" y="17720"/>
                </a:cubicBezTo>
                <a:cubicBezTo>
                  <a:pt x="44147" y="16401"/>
                  <a:pt x="45594" y="14977"/>
                  <a:pt x="47135" y="13670"/>
                </a:cubicBezTo>
                <a:cubicBezTo>
                  <a:pt x="48641" y="12386"/>
                  <a:pt x="50193" y="11148"/>
                  <a:pt x="51781" y="9981"/>
                </a:cubicBezTo>
                <a:cubicBezTo>
                  <a:pt x="53893" y="8452"/>
                  <a:pt x="56100" y="7063"/>
                  <a:pt x="58399" y="5849"/>
                </a:cubicBezTo>
                <a:cubicBezTo>
                  <a:pt x="60897" y="4483"/>
                  <a:pt x="63477" y="3281"/>
                  <a:pt x="66138" y="2265"/>
                </a:cubicBezTo>
                <a:cubicBezTo>
                  <a:pt x="67749" y="1647"/>
                  <a:pt x="69395" y="1098"/>
                  <a:pt x="71041" y="549"/>
                </a:cubicBezTo>
                <a:cubicBezTo>
                  <a:pt x="71543" y="374"/>
                  <a:pt x="72080" y="164"/>
                  <a:pt x="72605" y="164"/>
                </a:cubicBezTo>
                <a:cubicBezTo>
                  <a:pt x="73825" y="149"/>
                  <a:pt x="75044" y="145"/>
                  <a:pt x="76262" y="145"/>
                </a:cubicBezTo>
                <a:cubicBezTo>
                  <a:pt x="77886" y="145"/>
                  <a:pt x="79510" y="153"/>
                  <a:pt x="81138" y="153"/>
                </a:cubicBezTo>
                <a:lnTo>
                  <a:pt x="81138" y="1"/>
                </a:lnTo>
                <a:close/>
              </a:path>
            </a:pathLst>
          </a:custGeom>
          <a:solidFill>
            <a:srgbClr val="B7715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9"/>
          <p:cNvSpPr/>
          <p:nvPr/>
        </p:nvSpPr>
        <p:spPr>
          <a:xfrm flipH="1" rot="10800000">
            <a:off x="1" y="4461872"/>
            <a:ext cx="2429677" cy="681679"/>
          </a:xfrm>
          <a:custGeom>
            <a:rect b="b" l="l" r="r" t="t"/>
            <a:pathLst>
              <a:path extrusionOk="0" h="24479" w="81138">
                <a:moveTo>
                  <a:pt x="0" y="1"/>
                </a:moveTo>
                <a:lnTo>
                  <a:pt x="0" y="24479"/>
                </a:lnTo>
                <a:cubicBezTo>
                  <a:pt x="444" y="24199"/>
                  <a:pt x="876" y="23918"/>
                  <a:pt x="1319" y="23650"/>
                </a:cubicBezTo>
                <a:cubicBezTo>
                  <a:pt x="3327" y="22389"/>
                  <a:pt x="5603" y="21619"/>
                  <a:pt x="7973" y="21420"/>
                </a:cubicBezTo>
                <a:cubicBezTo>
                  <a:pt x="8378" y="21385"/>
                  <a:pt x="8783" y="21368"/>
                  <a:pt x="9188" y="21368"/>
                </a:cubicBezTo>
                <a:cubicBezTo>
                  <a:pt x="10135" y="21368"/>
                  <a:pt x="11079" y="21462"/>
                  <a:pt x="12011" y="21642"/>
                </a:cubicBezTo>
                <a:cubicBezTo>
                  <a:pt x="13949" y="22027"/>
                  <a:pt x="15899" y="22413"/>
                  <a:pt x="17813" y="22891"/>
                </a:cubicBezTo>
                <a:cubicBezTo>
                  <a:pt x="20241" y="23498"/>
                  <a:pt x="22680" y="24058"/>
                  <a:pt x="25190" y="24257"/>
                </a:cubicBezTo>
                <a:cubicBezTo>
                  <a:pt x="25656" y="24288"/>
                  <a:pt x="26122" y="24303"/>
                  <a:pt x="26587" y="24303"/>
                </a:cubicBezTo>
                <a:cubicBezTo>
                  <a:pt x="29645" y="24303"/>
                  <a:pt x="32678" y="23641"/>
                  <a:pt x="35474" y="22354"/>
                </a:cubicBezTo>
                <a:cubicBezTo>
                  <a:pt x="38053" y="21152"/>
                  <a:pt x="40458" y="19588"/>
                  <a:pt x="42606" y="17720"/>
                </a:cubicBezTo>
                <a:cubicBezTo>
                  <a:pt x="44147" y="16401"/>
                  <a:pt x="45594" y="14977"/>
                  <a:pt x="47135" y="13670"/>
                </a:cubicBezTo>
                <a:cubicBezTo>
                  <a:pt x="48641" y="12386"/>
                  <a:pt x="50193" y="11148"/>
                  <a:pt x="51781" y="9981"/>
                </a:cubicBezTo>
                <a:cubicBezTo>
                  <a:pt x="53893" y="8452"/>
                  <a:pt x="56100" y="7063"/>
                  <a:pt x="58399" y="5849"/>
                </a:cubicBezTo>
                <a:cubicBezTo>
                  <a:pt x="60897" y="4483"/>
                  <a:pt x="63477" y="3281"/>
                  <a:pt x="66138" y="2265"/>
                </a:cubicBezTo>
                <a:cubicBezTo>
                  <a:pt x="67749" y="1647"/>
                  <a:pt x="69395" y="1098"/>
                  <a:pt x="71041" y="549"/>
                </a:cubicBezTo>
                <a:cubicBezTo>
                  <a:pt x="71543" y="374"/>
                  <a:pt x="72080" y="164"/>
                  <a:pt x="72605" y="164"/>
                </a:cubicBezTo>
                <a:cubicBezTo>
                  <a:pt x="73825" y="149"/>
                  <a:pt x="75044" y="145"/>
                  <a:pt x="76262" y="145"/>
                </a:cubicBezTo>
                <a:cubicBezTo>
                  <a:pt x="77886" y="145"/>
                  <a:pt x="79510" y="153"/>
                  <a:pt x="81138" y="153"/>
                </a:cubicBezTo>
                <a:lnTo>
                  <a:pt x="8113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4" name="Google Shape;144;p29"/>
          <p:cNvGrpSpPr/>
          <p:nvPr/>
        </p:nvGrpSpPr>
        <p:grpSpPr>
          <a:xfrm>
            <a:off x="1209450" y="4568301"/>
            <a:ext cx="469550" cy="374575"/>
            <a:chOff x="1101425" y="4597125"/>
            <a:chExt cx="469550" cy="374575"/>
          </a:xfrm>
        </p:grpSpPr>
        <p:sp>
          <p:nvSpPr>
            <p:cNvPr id="145" name="Google Shape;145;p29"/>
            <p:cNvSpPr/>
            <p:nvPr/>
          </p:nvSpPr>
          <p:spPr>
            <a:xfrm>
              <a:off x="1101425" y="4597125"/>
              <a:ext cx="438050" cy="283250"/>
            </a:xfrm>
            <a:custGeom>
              <a:rect b="b" l="l" r="r" t="t"/>
              <a:pathLst>
                <a:path extrusionOk="0" h="11330" w="17522">
                  <a:moveTo>
                    <a:pt x="12099" y="0"/>
                  </a:moveTo>
                  <a:cubicBezTo>
                    <a:pt x="11486" y="0"/>
                    <a:pt x="10870" y="51"/>
                    <a:pt x="10261" y="146"/>
                  </a:cubicBezTo>
                  <a:cubicBezTo>
                    <a:pt x="9607" y="228"/>
                    <a:pt x="8965" y="357"/>
                    <a:pt x="8335" y="532"/>
                  </a:cubicBezTo>
                  <a:cubicBezTo>
                    <a:pt x="7086" y="870"/>
                    <a:pt x="5895" y="1407"/>
                    <a:pt x="4809" y="2119"/>
                  </a:cubicBezTo>
                  <a:cubicBezTo>
                    <a:pt x="3467" y="2971"/>
                    <a:pt x="2276" y="4057"/>
                    <a:pt x="1308" y="5318"/>
                  </a:cubicBezTo>
                  <a:cubicBezTo>
                    <a:pt x="432" y="6438"/>
                    <a:pt x="0" y="7699"/>
                    <a:pt x="199" y="9135"/>
                  </a:cubicBezTo>
                  <a:cubicBezTo>
                    <a:pt x="257" y="9660"/>
                    <a:pt x="409" y="10162"/>
                    <a:pt x="654" y="10640"/>
                  </a:cubicBezTo>
                  <a:cubicBezTo>
                    <a:pt x="829" y="11014"/>
                    <a:pt x="1121" y="11271"/>
                    <a:pt x="1553" y="11306"/>
                  </a:cubicBezTo>
                  <a:cubicBezTo>
                    <a:pt x="1833" y="11329"/>
                    <a:pt x="2101" y="11329"/>
                    <a:pt x="2381" y="11329"/>
                  </a:cubicBezTo>
                  <a:cubicBezTo>
                    <a:pt x="3140" y="11317"/>
                    <a:pt x="3899" y="11177"/>
                    <a:pt x="4623" y="10909"/>
                  </a:cubicBezTo>
                  <a:cubicBezTo>
                    <a:pt x="6269" y="10325"/>
                    <a:pt x="7447" y="9193"/>
                    <a:pt x="8405" y="7769"/>
                  </a:cubicBezTo>
                  <a:cubicBezTo>
                    <a:pt x="8813" y="7162"/>
                    <a:pt x="9257" y="6578"/>
                    <a:pt x="9747" y="6018"/>
                  </a:cubicBezTo>
                  <a:cubicBezTo>
                    <a:pt x="10459" y="5224"/>
                    <a:pt x="11346" y="4594"/>
                    <a:pt x="12338" y="4174"/>
                  </a:cubicBezTo>
                  <a:cubicBezTo>
                    <a:pt x="12969" y="3893"/>
                    <a:pt x="13634" y="3707"/>
                    <a:pt x="14323" y="3602"/>
                  </a:cubicBezTo>
                  <a:cubicBezTo>
                    <a:pt x="15011" y="3497"/>
                    <a:pt x="15712" y="3415"/>
                    <a:pt x="16412" y="3310"/>
                  </a:cubicBezTo>
                  <a:cubicBezTo>
                    <a:pt x="16774" y="3275"/>
                    <a:pt x="17124" y="3193"/>
                    <a:pt x="17521" y="3123"/>
                  </a:cubicBezTo>
                  <a:cubicBezTo>
                    <a:pt x="17439" y="2983"/>
                    <a:pt x="17369" y="2866"/>
                    <a:pt x="17311" y="2761"/>
                  </a:cubicBezTo>
                  <a:cubicBezTo>
                    <a:pt x="16307" y="964"/>
                    <a:pt x="14743" y="100"/>
                    <a:pt x="12724" y="18"/>
                  </a:cubicBezTo>
                  <a:cubicBezTo>
                    <a:pt x="12516" y="6"/>
                    <a:pt x="12308" y="0"/>
                    <a:pt x="120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29"/>
            <p:cNvSpPr/>
            <p:nvPr/>
          </p:nvSpPr>
          <p:spPr>
            <a:xfrm>
              <a:off x="1148975" y="4706625"/>
              <a:ext cx="422000" cy="265075"/>
            </a:xfrm>
            <a:custGeom>
              <a:rect b="b" l="l" r="r" t="t"/>
              <a:pathLst>
                <a:path extrusionOk="0" h="10603" w="16880">
                  <a:moveTo>
                    <a:pt x="15934" y="0"/>
                  </a:moveTo>
                  <a:cubicBezTo>
                    <a:pt x="15911" y="0"/>
                    <a:pt x="15888" y="1"/>
                    <a:pt x="15864" y="4"/>
                  </a:cubicBezTo>
                  <a:cubicBezTo>
                    <a:pt x="15339" y="15"/>
                    <a:pt x="14825" y="62"/>
                    <a:pt x="14312" y="132"/>
                  </a:cubicBezTo>
                  <a:cubicBezTo>
                    <a:pt x="13214" y="296"/>
                    <a:pt x="12141" y="611"/>
                    <a:pt x="11113" y="1054"/>
                  </a:cubicBezTo>
                  <a:cubicBezTo>
                    <a:pt x="10308" y="1428"/>
                    <a:pt x="9561" y="1918"/>
                    <a:pt x="8896" y="2525"/>
                  </a:cubicBezTo>
                  <a:cubicBezTo>
                    <a:pt x="8102" y="3260"/>
                    <a:pt x="7448" y="4148"/>
                    <a:pt x="6970" y="5116"/>
                  </a:cubicBezTo>
                  <a:cubicBezTo>
                    <a:pt x="6573" y="5863"/>
                    <a:pt x="6001" y="6517"/>
                    <a:pt x="5300" y="6996"/>
                  </a:cubicBezTo>
                  <a:cubicBezTo>
                    <a:pt x="4308" y="7661"/>
                    <a:pt x="3188" y="7918"/>
                    <a:pt x="2020" y="8035"/>
                  </a:cubicBezTo>
                  <a:cubicBezTo>
                    <a:pt x="1460" y="8093"/>
                    <a:pt x="900" y="8163"/>
                    <a:pt x="339" y="8233"/>
                  </a:cubicBezTo>
                  <a:cubicBezTo>
                    <a:pt x="246" y="8245"/>
                    <a:pt x="141" y="8256"/>
                    <a:pt x="48" y="8280"/>
                  </a:cubicBezTo>
                  <a:lnTo>
                    <a:pt x="1" y="8361"/>
                  </a:lnTo>
                  <a:cubicBezTo>
                    <a:pt x="409" y="8723"/>
                    <a:pt x="783" y="9108"/>
                    <a:pt x="1203" y="9435"/>
                  </a:cubicBezTo>
                  <a:cubicBezTo>
                    <a:pt x="2160" y="10182"/>
                    <a:pt x="3281" y="10498"/>
                    <a:pt x="4460" y="10568"/>
                  </a:cubicBezTo>
                  <a:cubicBezTo>
                    <a:pt x="4814" y="10591"/>
                    <a:pt x="5167" y="10603"/>
                    <a:pt x="5519" y="10603"/>
                  </a:cubicBezTo>
                  <a:cubicBezTo>
                    <a:pt x="6222" y="10603"/>
                    <a:pt x="6923" y="10556"/>
                    <a:pt x="7623" y="10463"/>
                  </a:cubicBezTo>
                  <a:cubicBezTo>
                    <a:pt x="8569" y="10322"/>
                    <a:pt x="9491" y="10066"/>
                    <a:pt x="10366" y="9715"/>
                  </a:cubicBezTo>
                  <a:cubicBezTo>
                    <a:pt x="11160" y="9389"/>
                    <a:pt x="11907" y="8980"/>
                    <a:pt x="12608" y="8478"/>
                  </a:cubicBezTo>
                  <a:cubicBezTo>
                    <a:pt x="13460" y="7871"/>
                    <a:pt x="14242" y="7147"/>
                    <a:pt x="14930" y="6342"/>
                  </a:cubicBezTo>
                  <a:cubicBezTo>
                    <a:pt x="15409" y="5758"/>
                    <a:pt x="15899" y="5163"/>
                    <a:pt x="16238" y="4474"/>
                  </a:cubicBezTo>
                  <a:cubicBezTo>
                    <a:pt x="16541" y="3879"/>
                    <a:pt x="16728" y="3237"/>
                    <a:pt x="16798" y="2572"/>
                  </a:cubicBezTo>
                  <a:cubicBezTo>
                    <a:pt x="16880" y="1871"/>
                    <a:pt x="16821" y="1183"/>
                    <a:pt x="16611" y="517"/>
                  </a:cubicBezTo>
                  <a:cubicBezTo>
                    <a:pt x="16524" y="213"/>
                    <a:pt x="16246" y="0"/>
                    <a:pt x="159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Title and 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0"/>
          <p:cNvSpPr txBox="1"/>
          <p:nvPr>
            <p:ph idx="1" type="subTitle"/>
          </p:nvPr>
        </p:nvSpPr>
        <p:spPr>
          <a:xfrm>
            <a:off x="3717125" y="1479100"/>
            <a:ext cx="2518800" cy="11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/>
        </p:txBody>
      </p:sp>
      <p:sp>
        <p:nvSpPr>
          <p:cNvPr id="149" name="Google Shape;149;p30"/>
          <p:cNvSpPr txBox="1"/>
          <p:nvPr>
            <p:ph type="title"/>
          </p:nvPr>
        </p:nvSpPr>
        <p:spPr>
          <a:xfrm>
            <a:off x="3717125" y="382600"/>
            <a:ext cx="2518800" cy="10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/>
        </p:txBody>
      </p:sp>
      <p:sp>
        <p:nvSpPr>
          <p:cNvPr id="150" name="Google Shape;150;p30"/>
          <p:cNvSpPr/>
          <p:nvPr/>
        </p:nvSpPr>
        <p:spPr>
          <a:xfrm>
            <a:off x="11" y="-762"/>
            <a:ext cx="8845259" cy="2668578"/>
          </a:xfrm>
          <a:custGeom>
            <a:rect b="b" l="l" r="r" t="t"/>
            <a:pathLst>
              <a:path extrusionOk="0" h="24479" w="81138">
                <a:moveTo>
                  <a:pt x="0" y="1"/>
                </a:moveTo>
                <a:lnTo>
                  <a:pt x="0" y="24479"/>
                </a:lnTo>
                <a:cubicBezTo>
                  <a:pt x="444" y="24199"/>
                  <a:pt x="876" y="23918"/>
                  <a:pt x="1319" y="23650"/>
                </a:cubicBezTo>
                <a:cubicBezTo>
                  <a:pt x="3327" y="22389"/>
                  <a:pt x="5603" y="21619"/>
                  <a:pt x="7973" y="21420"/>
                </a:cubicBezTo>
                <a:cubicBezTo>
                  <a:pt x="8378" y="21385"/>
                  <a:pt x="8783" y="21368"/>
                  <a:pt x="9188" y="21368"/>
                </a:cubicBezTo>
                <a:cubicBezTo>
                  <a:pt x="10135" y="21368"/>
                  <a:pt x="11079" y="21462"/>
                  <a:pt x="12011" y="21642"/>
                </a:cubicBezTo>
                <a:cubicBezTo>
                  <a:pt x="13949" y="22027"/>
                  <a:pt x="15899" y="22413"/>
                  <a:pt x="17813" y="22891"/>
                </a:cubicBezTo>
                <a:cubicBezTo>
                  <a:pt x="20241" y="23498"/>
                  <a:pt x="22680" y="24058"/>
                  <a:pt x="25190" y="24257"/>
                </a:cubicBezTo>
                <a:cubicBezTo>
                  <a:pt x="25656" y="24288"/>
                  <a:pt x="26122" y="24303"/>
                  <a:pt x="26587" y="24303"/>
                </a:cubicBezTo>
                <a:cubicBezTo>
                  <a:pt x="29645" y="24303"/>
                  <a:pt x="32678" y="23641"/>
                  <a:pt x="35474" y="22354"/>
                </a:cubicBezTo>
                <a:cubicBezTo>
                  <a:pt x="38053" y="21152"/>
                  <a:pt x="40458" y="19588"/>
                  <a:pt x="42606" y="17720"/>
                </a:cubicBezTo>
                <a:cubicBezTo>
                  <a:pt x="44147" y="16401"/>
                  <a:pt x="45594" y="14977"/>
                  <a:pt x="47135" y="13670"/>
                </a:cubicBezTo>
                <a:cubicBezTo>
                  <a:pt x="48641" y="12386"/>
                  <a:pt x="50193" y="11148"/>
                  <a:pt x="51781" y="9981"/>
                </a:cubicBezTo>
                <a:cubicBezTo>
                  <a:pt x="53893" y="8452"/>
                  <a:pt x="56100" y="7063"/>
                  <a:pt x="58399" y="5849"/>
                </a:cubicBezTo>
                <a:cubicBezTo>
                  <a:pt x="60897" y="4483"/>
                  <a:pt x="63477" y="3281"/>
                  <a:pt x="66138" y="2265"/>
                </a:cubicBezTo>
                <a:cubicBezTo>
                  <a:pt x="67749" y="1647"/>
                  <a:pt x="69395" y="1098"/>
                  <a:pt x="71041" y="549"/>
                </a:cubicBezTo>
                <a:cubicBezTo>
                  <a:pt x="71543" y="374"/>
                  <a:pt x="72080" y="164"/>
                  <a:pt x="72605" y="164"/>
                </a:cubicBezTo>
                <a:cubicBezTo>
                  <a:pt x="73825" y="149"/>
                  <a:pt x="75044" y="145"/>
                  <a:pt x="76262" y="145"/>
                </a:cubicBezTo>
                <a:cubicBezTo>
                  <a:pt x="77886" y="145"/>
                  <a:pt x="79510" y="153"/>
                  <a:pt x="81138" y="153"/>
                </a:cubicBezTo>
                <a:lnTo>
                  <a:pt x="81138" y="1"/>
                </a:lnTo>
                <a:close/>
              </a:path>
            </a:pathLst>
          </a:custGeom>
          <a:solidFill>
            <a:srgbClr val="B7715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Title and three columns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/>
        </p:txBody>
      </p:sp>
      <p:sp>
        <p:nvSpPr>
          <p:cNvPr id="153" name="Google Shape;153;p31"/>
          <p:cNvSpPr txBox="1"/>
          <p:nvPr>
            <p:ph idx="1" type="subTitle"/>
          </p:nvPr>
        </p:nvSpPr>
        <p:spPr>
          <a:xfrm>
            <a:off x="791500" y="1936100"/>
            <a:ext cx="23058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4" name="Google Shape;154;p31"/>
          <p:cNvSpPr txBox="1"/>
          <p:nvPr>
            <p:ph idx="2" type="subTitle"/>
          </p:nvPr>
        </p:nvSpPr>
        <p:spPr>
          <a:xfrm>
            <a:off x="791500" y="2588100"/>
            <a:ext cx="2305800" cy="11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5" name="Google Shape;155;p31"/>
          <p:cNvSpPr txBox="1"/>
          <p:nvPr>
            <p:ph idx="3" type="subTitle"/>
          </p:nvPr>
        </p:nvSpPr>
        <p:spPr>
          <a:xfrm>
            <a:off x="3420600" y="2588100"/>
            <a:ext cx="2304300" cy="11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6" name="Google Shape;156;p31"/>
          <p:cNvSpPr txBox="1"/>
          <p:nvPr>
            <p:ph idx="4" type="subTitle"/>
          </p:nvPr>
        </p:nvSpPr>
        <p:spPr>
          <a:xfrm>
            <a:off x="6048200" y="2588100"/>
            <a:ext cx="2304300" cy="11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7" name="Google Shape;157;p31"/>
          <p:cNvSpPr txBox="1"/>
          <p:nvPr>
            <p:ph idx="5" type="subTitle"/>
          </p:nvPr>
        </p:nvSpPr>
        <p:spPr>
          <a:xfrm>
            <a:off x="3420600" y="1936100"/>
            <a:ext cx="23043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8" name="Google Shape;158;p31"/>
          <p:cNvSpPr txBox="1"/>
          <p:nvPr>
            <p:ph idx="6" type="subTitle"/>
          </p:nvPr>
        </p:nvSpPr>
        <p:spPr>
          <a:xfrm>
            <a:off x="6048200" y="1936100"/>
            <a:ext cx="23043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9" name="Google Shape;159;p31"/>
          <p:cNvSpPr/>
          <p:nvPr/>
        </p:nvSpPr>
        <p:spPr>
          <a:xfrm rot="10800000">
            <a:off x="298735" y="2518075"/>
            <a:ext cx="8845259" cy="2668578"/>
          </a:xfrm>
          <a:custGeom>
            <a:rect b="b" l="l" r="r" t="t"/>
            <a:pathLst>
              <a:path extrusionOk="0" h="24479" w="81138">
                <a:moveTo>
                  <a:pt x="0" y="1"/>
                </a:moveTo>
                <a:lnTo>
                  <a:pt x="0" y="24479"/>
                </a:lnTo>
                <a:cubicBezTo>
                  <a:pt x="444" y="24199"/>
                  <a:pt x="876" y="23918"/>
                  <a:pt x="1319" y="23650"/>
                </a:cubicBezTo>
                <a:cubicBezTo>
                  <a:pt x="3327" y="22389"/>
                  <a:pt x="5603" y="21619"/>
                  <a:pt x="7973" y="21420"/>
                </a:cubicBezTo>
                <a:cubicBezTo>
                  <a:pt x="8378" y="21385"/>
                  <a:pt x="8783" y="21368"/>
                  <a:pt x="9188" y="21368"/>
                </a:cubicBezTo>
                <a:cubicBezTo>
                  <a:pt x="10135" y="21368"/>
                  <a:pt x="11079" y="21462"/>
                  <a:pt x="12011" y="21642"/>
                </a:cubicBezTo>
                <a:cubicBezTo>
                  <a:pt x="13949" y="22027"/>
                  <a:pt x="15899" y="22413"/>
                  <a:pt x="17813" y="22891"/>
                </a:cubicBezTo>
                <a:cubicBezTo>
                  <a:pt x="20241" y="23498"/>
                  <a:pt x="22680" y="24058"/>
                  <a:pt x="25190" y="24257"/>
                </a:cubicBezTo>
                <a:cubicBezTo>
                  <a:pt x="25656" y="24288"/>
                  <a:pt x="26122" y="24303"/>
                  <a:pt x="26587" y="24303"/>
                </a:cubicBezTo>
                <a:cubicBezTo>
                  <a:pt x="29645" y="24303"/>
                  <a:pt x="32678" y="23641"/>
                  <a:pt x="35474" y="22354"/>
                </a:cubicBezTo>
                <a:cubicBezTo>
                  <a:pt x="38053" y="21152"/>
                  <a:pt x="40458" y="19588"/>
                  <a:pt x="42606" y="17720"/>
                </a:cubicBezTo>
                <a:cubicBezTo>
                  <a:pt x="44147" y="16401"/>
                  <a:pt x="45594" y="14977"/>
                  <a:pt x="47135" y="13670"/>
                </a:cubicBezTo>
                <a:cubicBezTo>
                  <a:pt x="48641" y="12386"/>
                  <a:pt x="50193" y="11148"/>
                  <a:pt x="51781" y="9981"/>
                </a:cubicBezTo>
                <a:cubicBezTo>
                  <a:pt x="53893" y="8452"/>
                  <a:pt x="56100" y="7063"/>
                  <a:pt x="58399" y="5849"/>
                </a:cubicBezTo>
                <a:cubicBezTo>
                  <a:pt x="60897" y="4483"/>
                  <a:pt x="63477" y="3281"/>
                  <a:pt x="66138" y="2265"/>
                </a:cubicBezTo>
                <a:cubicBezTo>
                  <a:pt x="67749" y="1647"/>
                  <a:pt x="69395" y="1098"/>
                  <a:pt x="71041" y="549"/>
                </a:cubicBezTo>
                <a:cubicBezTo>
                  <a:pt x="71543" y="374"/>
                  <a:pt x="72080" y="164"/>
                  <a:pt x="72605" y="164"/>
                </a:cubicBezTo>
                <a:cubicBezTo>
                  <a:pt x="73825" y="149"/>
                  <a:pt x="75044" y="145"/>
                  <a:pt x="76262" y="145"/>
                </a:cubicBezTo>
                <a:cubicBezTo>
                  <a:pt x="77886" y="145"/>
                  <a:pt x="79510" y="153"/>
                  <a:pt x="81138" y="153"/>
                </a:cubicBezTo>
                <a:lnTo>
                  <a:pt x="81138" y="1"/>
                </a:lnTo>
                <a:close/>
              </a:path>
            </a:pathLst>
          </a:custGeom>
          <a:solidFill>
            <a:srgbClr val="B7715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Title and four columns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/>
        </p:txBody>
      </p:sp>
      <p:sp>
        <p:nvSpPr>
          <p:cNvPr id="162" name="Google Shape;162;p32"/>
          <p:cNvSpPr txBox="1"/>
          <p:nvPr>
            <p:ph idx="1" type="subTitle"/>
          </p:nvPr>
        </p:nvSpPr>
        <p:spPr>
          <a:xfrm>
            <a:off x="1042500" y="1306475"/>
            <a:ext cx="3037800" cy="5259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3" name="Google Shape;163;p32"/>
          <p:cNvSpPr txBox="1"/>
          <p:nvPr>
            <p:ph idx="2" type="subTitle"/>
          </p:nvPr>
        </p:nvSpPr>
        <p:spPr>
          <a:xfrm>
            <a:off x="1042500" y="1832375"/>
            <a:ext cx="3037800" cy="10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64" name="Google Shape;164;p32"/>
          <p:cNvSpPr txBox="1"/>
          <p:nvPr>
            <p:ph idx="3" type="subTitle"/>
          </p:nvPr>
        </p:nvSpPr>
        <p:spPr>
          <a:xfrm>
            <a:off x="5074800" y="1832375"/>
            <a:ext cx="3026700" cy="10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65" name="Google Shape;165;p32"/>
          <p:cNvSpPr txBox="1"/>
          <p:nvPr>
            <p:ph idx="4" type="subTitle"/>
          </p:nvPr>
        </p:nvSpPr>
        <p:spPr>
          <a:xfrm>
            <a:off x="1042500" y="3580700"/>
            <a:ext cx="3037800" cy="10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66" name="Google Shape;166;p32"/>
          <p:cNvSpPr txBox="1"/>
          <p:nvPr>
            <p:ph idx="5" type="subTitle"/>
          </p:nvPr>
        </p:nvSpPr>
        <p:spPr>
          <a:xfrm>
            <a:off x="5074800" y="3580700"/>
            <a:ext cx="3026700" cy="10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67" name="Google Shape;167;p32"/>
          <p:cNvSpPr txBox="1"/>
          <p:nvPr>
            <p:ph idx="6" type="subTitle"/>
          </p:nvPr>
        </p:nvSpPr>
        <p:spPr>
          <a:xfrm>
            <a:off x="1042500" y="3054800"/>
            <a:ext cx="3037800" cy="5259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8" name="Google Shape;168;p32"/>
          <p:cNvSpPr txBox="1"/>
          <p:nvPr>
            <p:ph idx="7" type="subTitle"/>
          </p:nvPr>
        </p:nvSpPr>
        <p:spPr>
          <a:xfrm>
            <a:off x="5074800" y="1306475"/>
            <a:ext cx="3026700" cy="5259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9" name="Google Shape;169;p32"/>
          <p:cNvSpPr txBox="1"/>
          <p:nvPr>
            <p:ph idx="8" type="subTitle"/>
          </p:nvPr>
        </p:nvSpPr>
        <p:spPr>
          <a:xfrm>
            <a:off x="5074800" y="3054800"/>
            <a:ext cx="3026700" cy="5259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0" name="Google Shape;170;p32"/>
          <p:cNvSpPr/>
          <p:nvPr/>
        </p:nvSpPr>
        <p:spPr>
          <a:xfrm flipH="1" rot="10800000">
            <a:off x="11" y="2537025"/>
            <a:ext cx="8845259" cy="2668578"/>
          </a:xfrm>
          <a:custGeom>
            <a:rect b="b" l="l" r="r" t="t"/>
            <a:pathLst>
              <a:path extrusionOk="0" h="24479" w="81138">
                <a:moveTo>
                  <a:pt x="0" y="1"/>
                </a:moveTo>
                <a:lnTo>
                  <a:pt x="0" y="24479"/>
                </a:lnTo>
                <a:cubicBezTo>
                  <a:pt x="444" y="24199"/>
                  <a:pt x="876" y="23918"/>
                  <a:pt x="1319" y="23650"/>
                </a:cubicBezTo>
                <a:cubicBezTo>
                  <a:pt x="3327" y="22389"/>
                  <a:pt x="5603" y="21619"/>
                  <a:pt x="7973" y="21420"/>
                </a:cubicBezTo>
                <a:cubicBezTo>
                  <a:pt x="8378" y="21385"/>
                  <a:pt x="8783" y="21368"/>
                  <a:pt x="9188" y="21368"/>
                </a:cubicBezTo>
                <a:cubicBezTo>
                  <a:pt x="10135" y="21368"/>
                  <a:pt x="11079" y="21462"/>
                  <a:pt x="12011" y="21642"/>
                </a:cubicBezTo>
                <a:cubicBezTo>
                  <a:pt x="13949" y="22027"/>
                  <a:pt x="15899" y="22413"/>
                  <a:pt x="17813" y="22891"/>
                </a:cubicBezTo>
                <a:cubicBezTo>
                  <a:pt x="20241" y="23498"/>
                  <a:pt x="22680" y="24058"/>
                  <a:pt x="25190" y="24257"/>
                </a:cubicBezTo>
                <a:cubicBezTo>
                  <a:pt x="25656" y="24288"/>
                  <a:pt x="26122" y="24303"/>
                  <a:pt x="26587" y="24303"/>
                </a:cubicBezTo>
                <a:cubicBezTo>
                  <a:pt x="29645" y="24303"/>
                  <a:pt x="32678" y="23641"/>
                  <a:pt x="35474" y="22354"/>
                </a:cubicBezTo>
                <a:cubicBezTo>
                  <a:pt x="38053" y="21152"/>
                  <a:pt x="40458" y="19588"/>
                  <a:pt x="42606" y="17720"/>
                </a:cubicBezTo>
                <a:cubicBezTo>
                  <a:pt x="44147" y="16401"/>
                  <a:pt x="45594" y="14977"/>
                  <a:pt x="47135" y="13670"/>
                </a:cubicBezTo>
                <a:cubicBezTo>
                  <a:pt x="48641" y="12386"/>
                  <a:pt x="50193" y="11148"/>
                  <a:pt x="51781" y="9981"/>
                </a:cubicBezTo>
                <a:cubicBezTo>
                  <a:pt x="53893" y="8452"/>
                  <a:pt x="56100" y="7063"/>
                  <a:pt x="58399" y="5849"/>
                </a:cubicBezTo>
                <a:cubicBezTo>
                  <a:pt x="60897" y="4483"/>
                  <a:pt x="63477" y="3281"/>
                  <a:pt x="66138" y="2265"/>
                </a:cubicBezTo>
                <a:cubicBezTo>
                  <a:pt x="67749" y="1647"/>
                  <a:pt x="69395" y="1098"/>
                  <a:pt x="71041" y="549"/>
                </a:cubicBezTo>
                <a:cubicBezTo>
                  <a:pt x="71543" y="374"/>
                  <a:pt x="72080" y="164"/>
                  <a:pt x="72605" y="164"/>
                </a:cubicBezTo>
                <a:cubicBezTo>
                  <a:pt x="73825" y="149"/>
                  <a:pt x="75044" y="145"/>
                  <a:pt x="76262" y="145"/>
                </a:cubicBezTo>
                <a:cubicBezTo>
                  <a:pt x="77886" y="145"/>
                  <a:pt x="79510" y="153"/>
                  <a:pt x="81138" y="153"/>
                </a:cubicBezTo>
                <a:lnTo>
                  <a:pt x="81138" y="1"/>
                </a:lnTo>
                <a:close/>
              </a:path>
            </a:pathLst>
          </a:custGeom>
          <a:solidFill>
            <a:srgbClr val="B7715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2"/>
          <p:cNvSpPr/>
          <p:nvPr/>
        </p:nvSpPr>
        <p:spPr>
          <a:xfrm rot="10800000">
            <a:off x="6703699" y="4550852"/>
            <a:ext cx="2429677" cy="592698"/>
          </a:xfrm>
          <a:custGeom>
            <a:rect b="b" l="l" r="r" t="t"/>
            <a:pathLst>
              <a:path extrusionOk="0" h="24479" w="81138">
                <a:moveTo>
                  <a:pt x="0" y="1"/>
                </a:moveTo>
                <a:lnTo>
                  <a:pt x="0" y="24479"/>
                </a:lnTo>
                <a:cubicBezTo>
                  <a:pt x="444" y="24199"/>
                  <a:pt x="876" y="23918"/>
                  <a:pt x="1319" y="23650"/>
                </a:cubicBezTo>
                <a:cubicBezTo>
                  <a:pt x="3327" y="22389"/>
                  <a:pt x="5603" y="21619"/>
                  <a:pt x="7973" y="21420"/>
                </a:cubicBezTo>
                <a:cubicBezTo>
                  <a:pt x="8378" y="21385"/>
                  <a:pt x="8783" y="21368"/>
                  <a:pt x="9188" y="21368"/>
                </a:cubicBezTo>
                <a:cubicBezTo>
                  <a:pt x="10135" y="21368"/>
                  <a:pt x="11079" y="21462"/>
                  <a:pt x="12011" y="21642"/>
                </a:cubicBezTo>
                <a:cubicBezTo>
                  <a:pt x="13949" y="22027"/>
                  <a:pt x="15899" y="22413"/>
                  <a:pt x="17813" y="22891"/>
                </a:cubicBezTo>
                <a:cubicBezTo>
                  <a:pt x="20241" y="23498"/>
                  <a:pt x="22680" y="24058"/>
                  <a:pt x="25190" y="24257"/>
                </a:cubicBezTo>
                <a:cubicBezTo>
                  <a:pt x="25656" y="24288"/>
                  <a:pt x="26122" y="24303"/>
                  <a:pt x="26587" y="24303"/>
                </a:cubicBezTo>
                <a:cubicBezTo>
                  <a:pt x="29645" y="24303"/>
                  <a:pt x="32678" y="23641"/>
                  <a:pt x="35474" y="22354"/>
                </a:cubicBezTo>
                <a:cubicBezTo>
                  <a:pt x="38053" y="21152"/>
                  <a:pt x="40458" y="19588"/>
                  <a:pt x="42606" y="17720"/>
                </a:cubicBezTo>
                <a:cubicBezTo>
                  <a:pt x="44147" y="16401"/>
                  <a:pt x="45594" y="14977"/>
                  <a:pt x="47135" y="13670"/>
                </a:cubicBezTo>
                <a:cubicBezTo>
                  <a:pt x="48641" y="12386"/>
                  <a:pt x="50193" y="11148"/>
                  <a:pt x="51781" y="9981"/>
                </a:cubicBezTo>
                <a:cubicBezTo>
                  <a:pt x="53893" y="8452"/>
                  <a:pt x="56100" y="7063"/>
                  <a:pt x="58399" y="5849"/>
                </a:cubicBezTo>
                <a:cubicBezTo>
                  <a:pt x="60897" y="4483"/>
                  <a:pt x="63477" y="3281"/>
                  <a:pt x="66138" y="2265"/>
                </a:cubicBezTo>
                <a:cubicBezTo>
                  <a:pt x="67749" y="1647"/>
                  <a:pt x="69395" y="1098"/>
                  <a:pt x="71041" y="549"/>
                </a:cubicBezTo>
                <a:cubicBezTo>
                  <a:pt x="71543" y="374"/>
                  <a:pt x="72080" y="164"/>
                  <a:pt x="72605" y="164"/>
                </a:cubicBezTo>
                <a:cubicBezTo>
                  <a:pt x="73825" y="149"/>
                  <a:pt x="75044" y="145"/>
                  <a:pt x="76262" y="145"/>
                </a:cubicBezTo>
                <a:cubicBezTo>
                  <a:pt x="77886" y="145"/>
                  <a:pt x="79510" y="153"/>
                  <a:pt x="81138" y="153"/>
                </a:cubicBezTo>
                <a:lnTo>
                  <a:pt x="8113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2" name="Google Shape;172;p32"/>
          <p:cNvGrpSpPr/>
          <p:nvPr/>
        </p:nvGrpSpPr>
        <p:grpSpPr>
          <a:xfrm flipH="1">
            <a:off x="7911581" y="4644501"/>
            <a:ext cx="469550" cy="374575"/>
            <a:chOff x="1101425" y="4597125"/>
            <a:chExt cx="469550" cy="374575"/>
          </a:xfrm>
        </p:grpSpPr>
        <p:sp>
          <p:nvSpPr>
            <p:cNvPr id="173" name="Google Shape;173;p32"/>
            <p:cNvSpPr/>
            <p:nvPr/>
          </p:nvSpPr>
          <p:spPr>
            <a:xfrm>
              <a:off x="1101425" y="4597125"/>
              <a:ext cx="438050" cy="283250"/>
            </a:xfrm>
            <a:custGeom>
              <a:rect b="b" l="l" r="r" t="t"/>
              <a:pathLst>
                <a:path extrusionOk="0" h="11330" w="17522">
                  <a:moveTo>
                    <a:pt x="12099" y="0"/>
                  </a:moveTo>
                  <a:cubicBezTo>
                    <a:pt x="11486" y="0"/>
                    <a:pt x="10870" y="51"/>
                    <a:pt x="10261" y="146"/>
                  </a:cubicBezTo>
                  <a:cubicBezTo>
                    <a:pt x="9607" y="228"/>
                    <a:pt x="8965" y="357"/>
                    <a:pt x="8335" y="532"/>
                  </a:cubicBezTo>
                  <a:cubicBezTo>
                    <a:pt x="7086" y="870"/>
                    <a:pt x="5895" y="1407"/>
                    <a:pt x="4809" y="2119"/>
                  </a:cubicBezTo>
                  <a:cubicBezTo>
                    <a:pt x="3467" y="2971"/>
                    <a:pt x="2276" y="4057"/>
                    <a:pt x="1308" y="5318"/>
                  </a:cubicBezTo>
                  <a:cubicBezTo>
                    <a:pt x="432" y="6438"/>
                    <a:pt x="0" y="7699"/>
                    <a:pt x="199" y="9135"/>
                  </a:cubicBezTo>
                  <a:cubicBezTo>
                    <a:pt x="257" y="9660"/>
                    <a:pt x="409" y="10162"/>
                    <a:pt x="654" y="10640"/>
                  </a:cubicBezTo>
                  <a:cubicBezTo>
                    <a:pt x="829" y="11014"/>
                    <a:pt x="1121" y="11271"/>
                    <a:pt x="1553" y="11306"/>
                  </a:cubicBezTo>
                  <a:cubicBezTo>
                    <a:pt x="1833" y="11329"/>
                    <a:pt x="2101" y="11329"/>
                    <a:pt x="2381" y="11329"/>
                  </a:cubicBezTo>
                  <a:cubicBezTo>
                    <a:pt x="3140" y="11317"/>
                    <a:pt x="3899" y="11177"/>
                    <a:pt x="4623" y="10909"/>
                  </a:cubicBezTo>
                  <a:cubicBezTo>
                    <a:pt x="6269" y="10325"/>
                    <a:pt x="7447" y="9193"/>
                    <a:pt x="8405" y="7769"/>
                  </a:cubicBezTo>
                  <a:cubicBezTo>
                    <a:pt x="8813" y="7162"/>
                    <a:pt x="9257" y="6578"/>
                    <a:pt x="9747" y="6018"/>
                  </a:cubicBezTo>
                  <a:cubicBezTo>
                    <a:pt x="10459" y="5224"/>
                    <a:pt x="11346" y="4594"/>
                    <a:pt x="12338" y="4174"/>
                  </a:cubicBezTo>
                  <a:cubicBezTo>
                    <a:pt x="12969" y="3893"/>
                    <a:pt x="13634" y="3707"/>
                    <a:pt x="14323" y="3602"/>
                  </a:cubicBezTo>
                  <a:cubicBezTo>
                    <a:pt x="15011" y="3497"/>
                    <a:pt x="15712" y="3415"/>
                    <a:pt x="16412" y="3310"/>
                  </a:cubicBezTo>
                  <a:cubicBezTo>
                    <a:pt x="16774" y="3275"/>
                    <a:pt x="17124" y="3193"/>
                    <a:pt x="17521" y="3123"/>
                  </a:cubicBezTo>
                  <a:cubicBezTo>
                    <a:pt x="17439" y="2983"/>
                    <a:pt x="17369" y="2866"/>
                    <a:pt x="17311" y="2761"/>
                  </a:cubicBezTo>
                  <a:cubicBezTo>
                    <a:pt x="16307" y="964"/>
                    <a:pt x="14743" y="100"/>
                    <a:pt x="12724" y="18"/>
                  </a:cubicBezTo>
                  <a:cubicBezTo>
                    <a:pt x="12516" y="6"/>
                    <a:pt x="12308" y="0"/>
                    <a:pt x="120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32"/>
            <p:cNvSpPr/>
            <p:nvPr/>
          </p:nvSpPr>
          <p:spPr>
            <a:xfrm>
              <a:off x="1148975" y="4706625"/>
              <a:ext cx="422000" cy="265075"/>
            </a:xfrm>
            <a:custGeom>
              <a:rect b="b" l="l" r="r" t="t"/>
              <a:pathLst>
                <a:path extrusionOk="0" h="10603" w="16880">
                  <a:moveTo>
                    <a:pt x="15934" y="0"/>
                  </a:moveTo>
                  <a:cubicBezTo>
                    <a:pt x="15911" y="0"/>
                    <a:pt x="15888" y="1"/>
                    <a:pt x="15864" y="4"/>
                  </a:cubicBezTo>
                  <a:cubicBezTo>
                    <a:pt x="15339" y="15"/>
                    <a:pt x="14825" y="62"/>
                    <a:pt x="14312" y="132"/>
                  </a:cubicBezTo>
                  <a:cubicBezTo>
                    <a:pt x="13214" y="296"/>
                    <a:pt x="12141" y="611"/>
                    <a:pt x="11113" y="1054"/>
                  </a:cubicBezTo>
                  <a:cubicBezTo>
                    <a:pt x="10308" y="1428"/>
                    <a:pt x="9561" y="1918"/>
                    <a:pt x="8896" y="2525"/>
                  </a:cubicBezTo>
                  <a:cubicBezTo>
                    <a:pt x="8102" y="3260"/>
                    <a:pt x="7448" y="4148"/>
                    <a:pt x="6970" y="5116"/>
                  </a:cubicBezTo>
                  <a:cubicBezTo>
                    <a:pt x="6573" y="5863"/>
                    <a:pt x="6001" y="6517"/>
                    <a:pt x="5300" y="6996"/>
                  </a:cubicBezTo>
                  <a:cubicBezTo>
                    <a:pt x="4308" y="7661"/>
                    <a:pt x="3188" y="7918"/>
                    <a:pt x="2020" y="8035"/>
                  </a:cubicBezTo>
                  <a:cubicBezTo>
                    <a:pt x="1460" y="8093"/>
                    <a:pt x="900" y="8163"/>
                    <a:pt x="339" y="8233"/>
                  </a:cubicBezTo>
                  <a:cubicBezTo>
                    <a:pt x="246" y="8245"/>
                    <a:pt x="141" y="8256"/>
                    <a:pt x="48" y="8280"/>
                  </a:cubicBezTo>
                  <a:lnTo>
                    <a:pt x="1" y="8361"/>
                  </a:lnTo>
                  <a:cubicBezTo>
                    <a:pt x="409" y="8723"/>
                    <a:pt x="783" y="9108"/>
                    <a:pt x="1203" y="9435"/>
                  </a:cubicBezTo>
                  <a:cubicBezTo>
                    <a:pt x="2160" y="10182"/>
                    <a:pt x="3281" y="10498"/>
                    <a:pt x="4460" y="10568"/>
                  </a:cubicBezTo>
                  <a:cubicBezTo>
                    <a:pt x="4814" y="10591"/>
                    <a:pt x="5167" y="10603"/>
                    <a:pt x="5519" y="10603"/>
                  </a:cubicBezTo>
                  <a:cubicBezTo>
                    <a:pt x="6222" y="10603"/>
                    <a:pt x="6923" y="10556"/>
                    <a:pt x="7623" y="10463"/>
                  </a:cubicBezTo>
                  <a:cubicBezTo>
                    <a:pt x="8569" y="10322"/>
                    <a:pt x="9491" y="10066"/>
                    <a:pt x="10366" y="9715"/>
                  </a:cubicBezTo>
                  <a:cubicBezTo>
                    <a:pt x="11160" y="9389"/>
                    <a:pt x="11907" y="8980"/>
                    <a:pt x="12608" y="8478"/>
                  </a:cubicBezTo>
                  <a:cubicBezTo>
                    <a:pt x="13460" y="7871"/>
                    <a:pt x="14242" y="7147"/>
                    <a:pt x="14930" y="6342"/>
                  </a:cubicBezTo>
                  <a:cubicBezTo>
                    <a:pt x="15409" y="5758"/>
                    <a:pt x="15899" y="5163"/>
                    <a:pt x="16238" y="4474"/>
                  </a:cubicBezTo>
                  <a:cubicBezTo>
                    <a:pt x="16541" y="3879"/>
                    <a:pt x="16728" y="3237"/>
                    <a:pt x="16798" y="2572"/>
                  </a:cubicBezTo>
                  <a:cubicBezTo>
                    <a:pt x="16880" y="1871"/>
                    <a:pt x="16821" y="1183"/>
                    <a:pt x="16611" y="517"/>
                  </a:cubicBezTo>
                  <a:cubicBezTo>
                    <a:pt x="16524" y="213"/>
                    <a:pt x="16246" y="0"/>
                    <a:pt x="159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Title and six columns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/>
        </p:txBody>
      </p:sp>
      <p:sp>
        <p:nvSpPr>
          <p:cNvPr id="177" name="Google Shape;177;p33"/>
          <p:cNvSpPr txBox="1"/>
          <p:nvPr>
            <p:ph idx="1" type="subTitle"/>
          </p:nvPr>
        </p:nvSpPr>
        <p:spPr>
          <a:xfrm>
            <a:off x="782085" y="1811513"/>
            <a:ext cx="2345100" cy="10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78" name="Google Shape;178;p33"/>
          <p:cNvSpPr txBox="1"/>
          <p:nvPr>
            <p:ph idx="2" type="subTitle"/>
          </p:nvPr>
        </p:nvSpPr>
        <p:spPr>
          <a:xfrm>
            <a:off x="3397102" y="1811525"/>
            <a:ext cx="2349900" cy="10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79" name="Google Shape;179;p33"/>
          <p:cNvSpPr txBox="1"/>
          <p:nvPr>
            <p:ph idx="3" type="subTitle"/>
          </p:nvPr>
        </p:nvSpPr>
        <p:spPr>
          <a:xfrm>
            <a:off x="6016920" y="1811525"/>
            <a:ext cx="2349900" cy="10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80" name="Google Shape;180;p33"/>
          <p:cNvSpPr txBox="1"/>
          <p:nvPr>
            <p:ph idx="4" type="subTitle"/>
          </p:nvPr>
        </p:nvSpPr>
        <p:spPr>
          <a:xfrm>
            <a:off x="782085" y="3512625"/>
            <a:ext cx="2345100" cy="10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81" name="Google Shape;181;p33"/>
          <p:cNvSpPr txBox="1"/>
          <p:nvPr>
            <p:ph idx="5" type="subTitle"/>
          </p:nvPr>
        </p:nvSpPr>
        <p:spPr>
          <a:xfrm>
            <a:off x="3399616" y="3512625"/>
            <a:ext cx="2349300" cy="10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82" name="Google Shape;182;p33"/>
          <p:cNvSpPr txBox="1"/>
          <p:nvPr>
            <p:ph idx="6" type="subTitle"/>
          </p:nvPr>
        </p:nvSpPr>
        <p:spPr>
          <a:xfrm>
            <a:off x="6019643" y="3512625"/>
            <a:ext cx="2344500" cy="10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83" name="Google Shape;183;p33"/>
          <p:cNvSpPr txBox="1"/>
          <p:nvPr>
            <p:ph idx="7" type="subTitle"/>
          </p:nvPr>
        </p:nvSpPr>
        <p:spPr>
          <a:xfrm>
            <a:off x="777180" y="1276675"/>
            <a:ext cx="2345100" cy="5373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4" name="Google Shape;184;p33"/>
          <p:cNvSpPr txBox="1"/>
          <p:nvPr>
            <p:ph idx="8" type="subTitle"/>
          </p:nvPr>
        </p:nvSpPr>
        <p:spPr>
          <a:xfrm>
            <a:off x="3399616" y="1276675"/>
            <a:ext cx="2349300" cy="5373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5" name="Google Shape;185;p33"/>
          <p:cNvSpPr txBox="1"/>
          <p:nvPr>
            <p:ph idx="9" type="subTitle"/>
          </p:nvPr>
        </p:nvSpPr>
        <p:spPr>
          <a:xfrm>
            <a:off x="6016920" y="1276675"/>
            <a:ext cx="2349900" cy="5373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6" name="Google Shape;186;p33"/>
          <p:cNvSpPr txBox="1"/>
          <p:nvPr>
            <p:ph idx="13" type="subTitle"/>
          </p:nvPr>
        </p:nvSpPr>
        <p:spPr>
          <a:xfrm>
            <a:off x="777507" y="2973275"/>
            <a:ext cx="2345100" cy="5373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7" name="Google Shape;187;p33"/>
          <p:cNvSpPr txBox="1"/>
          <p:nvPr>
            <p:ph idx="14" type="subTitle"/>
          </p:nvPr>
        </p:nvSpPr>
        <p:spPr>
          <a:xfrm>
            <a:off x="3399616" y="2973275"/>
            <a:ext cx="2349300" cy="5373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8" name="Google Shape;188;p33"/>
          <p:cNvSpPr txBox="1"/>
          <p:nvPr>
            <p:ph idx="15" type="subTitle"/>
          </p:nvPr>
        </p:nvSpPr>
        <p:spPr>
          <a:xfrm>
            <a:off x="6017207" y="2973275"/>
            <a:ext cx="2349300" cy="5373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9" name="Google Shape;189;p33"/>
          <p:cNvSpPr/>
          <p:nvPr/>
        </p:nvSpPr>
        <p:spPr>
          <a:xfrm flipH="1">
            <a:off x="320510" y="-31575"/>
            <a:ext cx="8845259" cy="2668578"/>
          </a:xfrm>
          <a:custGeom>
            <a:rect b="b" l="l" r="r" t="t"/>
            <a:pathLst>
              <a:path extrusionOk="0" h="24479" w="81138">
                <a:moveTo>
                  <a:pt x="0" y="1"/>
                </a:moveTo>
                <a:lnTo>
                  <a:pt x="0" y="24479"/>
                </a:lnTo>
                <a:cubicBezTo>
                  <a:pt x="444" y="24199"/>
                  <a:pt x="876" y="23918"/>
                  <a:pt x="1319" y="23650"/>
                </a:cubicBezTo>
                <a:cubicBezTo>
                  <a:pt x="3327" y="22389"/>
                  <a:pt x="5603" y="21619"/>
                  <a:pt x="7973" y="21420"/>
                </a:cubicBezTo>
                <a:cubicBezTo>
                  <a:pt x="8378" y="21385"/>
                  <a:pt x="8783" y="21368"/>
                  <a:pt x="9188" y="21368"/>
                </a:cubicBezTo>
                <a:cubicBezTo>
                  <a:pt x="10135" y="21368"/>
                  <a:pt x="11079" y="21462"/>
                  <a:pt x="12011" y="21642"/>
                </a:cubicBezTo>
                <a:cubicBezTo>
                  <a:pt x="13949" y="22027"/>
                  <a:pt x="15899" y="22413"/>
                  <a:pt x="17813" y="22891"/>
                </a:cubicBezTo>
                <a:cubicBezTo>
                  <a:pt x="20241" y="23498"/>
                  <a:pt x="22680" y="24058"/>
                  <a:pt x="25190" y="24257"/>
                </a:cubicBezTo>
                <a:cubicBezTo>
                  <a:pt x="25656" y="24288"/>
                  <a:pt x="26122" y="24303"/>
                  <a:pt x="26587" y="24303"/>
                </a:cubicBezTo>
                <a:cubicBezTo>
                  <a:pt x="29645" y="24303"/>
                  <a:pt x="32678" y="23641"/>
                  <a:pt x="35474" y="22354"/>
                </a:cubicBezTo>
                <a:cubicBezTo>
                  <a:pt x="38053" y="21152"/>
                  <a:pt x="40458" y="19588"/>
                  <a:pt x="42606" y="17720"/>
                </a:cubicBezTo>
                <a:cubicBezTo>
                  <a:pt x="44147" y="16401"/>
                  <a:pt x="45594" y="14977"/>
                  <a:pt x="47135" y="13670"/>
                </a:cubicBezTo>
                <a:cubicBezTo>
                  <a:pt x="48641" y="12386"/>
                  <a:pt x="50193" y="11148"/>
                  <a:pt x="51781" y="9981"/>
                </a:cubicBezTo>
                <a:cubicBezTo>
                  <a:pt x="53893" y="8452"/>
                  <a:pt x="56100" y="7063"/>
                  <a:pt x="58399" y="5849"/>
                </a:cubicBezTo>
                <a:cubicBezTo>
                  <a:pt x="60897" y="4483"/>
                  <a:pt x="63477" y="3281"/>
                  <a:pt x="66138" y="2265"/>
                </a:cubicBezTo>
                <a:cubicBezTo>
                  <a:pt x="67749" y="1647"/>
                  <a:pt x="69395" y="1098"/>
                  <a:pt x="71041" y="549"/>
                </a:cubicBezTo>
                <a:cubicBezTo>
                  <a:pt x="71543" y="374"/>
                  <a:pt x="72080" y="164"/>
                  <a:pt x="72605" y="164"/>
                </a:cubicBezTo>
                <a:cubicBezTo>
                  <a:pt x="73825" y="149"/>
                  <a:pt x="75044" y="145"/>
                  <a:pt x="76262" y="145"/>
                </a:cubicBezTo>
                <a:cubicBezTo>
                  <a:pt x="77886" y="145"/>
                  <a:pt x="79510" y="153"/>
                  <a:pt x="81138" y="153"/>
                </a:cubicBezTo>
                <a:lnTo>
                  <a:pt x="81138" y="1"/>
                </a:lnTo>
                <a:close/>
              </a:path>
            </a:pathLst>
          </a:custGeom>
          <a:solidFill>
            <a:srgbClr val="B7715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Thanks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4"/>
          <p:cNvSpPr/>
          <p:nvPr/>
        </p:nvSpPr>
        <p:spPr>
          <a:xfrm rot="10800000">
            <a:off x="298735" y="2518075"/>
            <a:ext cx="8845259" cy="2668578"/>
          </a:xfrm>
          <a:custGeom>
            <a:rect b="b" l="l" r="r" t="t"/>
            <a:pathLst>
              <a:path extrusionOk="0" h="24479" w="81138">
                <a:moveTo>
                  <a:pt x="0" y="1"/>
                </a:moveTo>
                <a:lnTo>
                  <a:pt x="0" y="24479"/>
                </a:lnTo>
                <a:cubicBezTo>
                  <a:pt x="444" y="24199"/>
                  <a:pt x="876" y="23918"/>
                  <a:pt x="1319" y="23650"/>
                </a:cubicBezTo>
                <a:cubicBezTo>
                  <a:pt x="3327" y="22389"/>
                  <a:pt x="5603" y="21619"/>
                  <a:pt x="7973" y="21420"/>
                </a:cubicBezTo>
                <a:cubicBezTo>
                  <a:pt x="8378" y="21385"/>
                  <a:pt x="8783" y="21368"/>
                  <a:pt x="9188" y="21368"/>
                </a:cubicBezTo>
                <a:cubicBezTo>
                  <a:pt x="10135" y="21368"/>
                  <a:pt x="11079" y="21462"/>
                  <a:pt x="12011" y="21642"/>
                </a:cubicBezTo>
                <a:cubicBezTo>
                  <a:pt x="13949" y="22027"/>
                  <a:pt x="15899" y="22413"/>
                  <a:pt x="17813" y="22891"/>
                </a:cubicBezTo>
                <a:cubicBezTo>
                  <a:pt x="20241" y="23498"/>
                  <a:pt x="22680" y="24058"/>
                  <a:pt x="25190" y="24257"/>
                </a:cubicBezTo>
                <a:cubicBezTo>
                  <a:pt x="25656" y="24288"/>
                  <a:pt x="26122" y="24303"/>
                  <a:pt x="26587" y="24303"/>
                </a:cubicBezTo>
                <a:cubicBezTo>
                  <a:pt x="29645" y="24303"/>
                  <a:pt x="32678" y="23641"/>
                  <a:pt x="35474" y="22354"/>
                </a:cubicBezTo>
                <a:cubicBezTo>
                  <a:pt x="38053" y="21152"/>
                  <a:pt x="40458" y="19588"/>
                  <a:pt x="42606" y="17720"/>
                </a:cubicBezTo>
                <a:cubicBezTo>
                  <a:pt x="44147" y="16401"/>
                  <a:pt x="45594" y="14977"/>
                  <a:pt x="47135" y="13670"/>
                </a:cubicBezTo>
                <a:cubicBezTo>
                  <a:pt x="48641" y="12386"/>
                  <a:pt x="50193" y="11148"/>
                  <a:pt x="51781" y="9981"/>
                </a:cubicBezTo>
                <a:cubicBezTo>
                  <a:pt x="53893" y="8452"/>
                  <a:pt x="56100" y="7063"/>
                  <a:pt x="58399" y="5849"/>
                </a:cubicBezTo>
                <a:cubicBezTo>
                  <a:pt x="60897" y="4483"/>
                  <a:pt x="63477" y="3281"/>
                  <a:pt x="66138" y="2265"/>
                </a:cubicBezTo>
                <a:cubicBezTo>
                  <a:pt x="67749" y="1647"/>
                  <a:pt x="69395" y="1098"/>
                  <a:pt x="71041" y="549"/>
                </a:cubicBezTo>
                <a:cubicBezTo>
                  <a:pt x="71543" y="374"/>
                  <a:pt x="72080" y="164"/>
                  <a:pt x="72605" y="164"/>
                </a:cubicBezTo>
                <a:cubicBezTo>
                  <a:pt x="73825" y="149"/>
                  <a:pt x="75044" y="145"/>
                  <a:pt x="76262" y="145"/>
                </a:cubicBezTo>
                <a:cubicBezTo>
                  <a:pt x="77886" y="145"/>
                  <a:pt x="79510" y="153"/>
                  <a:pt x="81138" y="153"/>
                </a:cubicBezTo>
                <a:lnTo>
                  <a:pt x="81138" y="1"/>
                </a:lnTo>
                <a:close/>
              </a:path>
            </a:pathLst>
          </a:custGeom>
          <a:solidFill>
            <a:srgbClr val="B7715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34"/>
          <p:cNvSpPr txBox="1"/>
          <p:nvPr>
            <p:ph type="ctrTitle"/>
          </p:nvPr>
        </p:nvSpPr>
        <p:spPr>
          <a:xfrm>
            <a:off x="2382250" y="535000"/>
            <a:ext cx="43794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9pPr>
          </a:lstStyle>
          <a:p/>
        </p:txBody>
      </p:sp>
      <p:sp>
        <p:nvSpPr>
          <p:cNvPr id="193" name="Google Shape;193;p34"/>
          <p:cNvSpPr txBox="1"/>
          <p:nvPr>
            <p:ph idx="1" type="subTitle"/>
          </p:nvPr>
        </p:nvSpPr>
        <p:spPr>
          <a:xfrm>
            <a:off x="2382350" y="1700400"/>
            <a:ext cx="4379400" cy="11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4" name="Google Shape;194;p34"/>
          <p:cNvSpPr txBox="1"/>
          <p:nvPr/>
        </p:nvSpPr>
        <p:spPr>
          <a:xfrm>
            <a:off x="2382325" y="3563450"/>
            <a:ext cx="4379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CREDITS: This presentation template was created by </a:t>
            </a:r>
            <a:r>
              <a:rPr b="0" i="0" lang="en-GB" sz="1000" u="sng" cap="none" strike="noStrike">
                <a:solidFill>
                  <a:schemeClr val="hlink"/>
                </a:solidFill>
                <a:latin typeface="DM Sans Medium"/>
                <a:ea typeface="DM Sans Medium"/>
                <a:cs typeface="DM Sans Medium"/>
                <a:sym typeface="DM Sans Medium"/>
                <a:hlinkClick r:id="rId2"/>
              </a:rPr>
              <a:t>Slidesgo</a:t>
            </a:r>
            <a:r>
              <a:rPr b="0" i="0" lang="en-GB" sz="1000" u="sng" cap="none" strike="noStrike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, </a:t>
            </a:r>
            <a:r>
              <a:rPr b="0" i="0" lang="en-GB" sz="1000" u="none" cap="none" strike="noStrike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and includes icons by </a:t>
            </a:r>
            <a:r>
              <a:rPr b="0" i="0" lang="en-GB" sz="1000" u="sng" cap="none" strike="noStrike">
                <a:solidFill>
                  <a:schemeClr val="hlink"/>
                </a:solidFill>
                <a:latin typeface="DM Sans Medium"/>
                <a:ea typeface="DM Sans Medium"/>
                <a:cs typeface="DM Sans Medium"/>
                <a:sym typeface="DM Sans Medium"/>
                <a:hlinkClick r:id="rId3"/>
              </a:rPr>
              <a:t>Flaticon</a:t>
            </a:r>
            <a:r>
              <a:rPr b="0" i="0" lang="en-GB" sz="1000" u="none" cap="none" strike="noStrike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, and infographics &amp; images by </a:t>
            </a:r>
            <a:r>
              <a:rPr b="0" i="0" lang="en-GB" sz="1000" u="sng" cap="none" strike="noStrike">
                <a:solidFill>
                  <a:schemeClr val="hlink"/>
                </a:solidFill>
                <a:latin typeface="DM Sans Medium"/>
                <a:ea typeface="DM Sans Medium"/>
                <a:cs typeface="DM Sans Medium"/>
                <a:sym typeface="DM Sans Medium"/>
                <a:hlinkClick r:id="rId4"/>
              </a:rPr>
              <a:t>Freepik</a:t>
            </a:r>
            <a:endParaRPr b="0" i="0" sz="1000" u="sng" cap="none" strike="noStrike">
              <a:solidFill>
                <a:schemeClr val="dk2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ackground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5"/>
          <p:cNvSpPr/>
          <p:nvPr/>
        </p:nvSpPr>
        <p:spPr>
          <a:xfrm rot="10800000">
            <a:off x="298735" y="2518075"/>
            <a:ext cx="8845259" cy="2668578"/>
          </a:xfrm>
          <a:custGeom>
            <a:rect b="b" l="l" r="r" t="t"/>
            <a:pathLst>
              <a:path extrusionOk="0" h="24479" w="81138">
                <a:moveTo>
                  <a:pt x="0" y="1"/>
                </a:moveTo>
                <a:lnTo>
                  <a:pt x="0" y="24479"/>
                </a:lnTo>
                <a:cubicBezTo>
                  <a:pt x="444" y="24199"/>
                  <a:pt x="876" y="23918"/>
                  <a:pt x="1319" y="23650"/>
                </a:cubicBezTo>
                <a:cubicBezTo>
                  <a:pt x="3327" y="22389"/>
                  <a:pt x="5603" y="21619"/>
                  <a:pt x="7973" y="21420"/>
                </a:cubicBezTo>
                <a:cubicBezTo>
                  <a:pt x="8378" y="21385"/>
                  <a:pt x="8783" y="21368"/>
                  <a:pt x="9188" y="21368"/>
                </a:cubicBezTo>
                <a:cubicBezTo>
                  <a:pt x="10135" y="21368"/>
                  <a:pt x="11079" y="21462"/>
                  <a:pt x="12011" y="21642"/>
                </a:cubicBezTo>
                <a:cubicBezTo>
                  <a:pt x="13949" y="22027"/>
                  <a:pt x="15899" y="22413"/>
                  <a:pt x="17813" y="22891"/>
                </a:cubicBezTo>
                <a:cubicBezTo>
                  <a:pt x="20241" y="23498"/>
                  <a:pt x="22680" y="24058"/>
                  <a:pt x="25190" y="24257"/>
                </a:cubicBezTo>
                <a:cubicBezTo>
                  <a:pt x="25656" y="24288"/>
                  <a:pt x="26122" y="24303"/>
                  <a:pt x="26587" y="24303"/>
                </a:cubicBezTo>
                <a:cubicBezTo>
                  <a:pt x="29645" y="24303"/>
                  <a:pt x="32678" y="23641"/>
                  <a:pt x="35474" y="22354"/>
                </a:cubicBezTo>
                <a:cubicBezTo>
                  <a:pt x="38053" y="21152"/>
                  <a:pt x="40458" y="19588"/>
                  <a:pt x="42606" y="17720"/>
                </a:cubicBezTo>
                <a:cubicBezTo>
                  <a:pt x="44147" y="16401"/>
                  <a:pt x="45594" y="14977"/>
                  <a:pt x="47135" y="13670"/>
                </a:cubicBezTo>
                <a:cubicBezTo>
                  <a:pt x="48641" y="12386"/>
                  <a:pt x="50193" y="11148"/>
                  <a:pt x="51781" y="9981"/>
                </a:cubicBezTo>
                <a:cubicBezTo>
                  <a:pt x="53893" y="8452"/>
                  <a:pt x="56100" y="7063"/>
                  <a:pt x="58399" y="5849"/>
                </a:cubicBezTo>
                <a:cubicBezTo>
                  <a:pt x="60897" y="4483"/>
                  <a:pt x="63477" y="3281"/>
                  <a:pt x="66138" y="2265"/>
                </a:cubicBezTo>
                <a:cubicBezTo>
                  <a:pt x="67749" y="1647"/>
                  <a:pt x="69395" y="1098"/>
                  <a:pt x="71041" y="549"/>
                </a:cubicBezTo>
                <a:cubicBezTo>
                  <a:pt x="71543" y="374"/>
                  <a:pt x="72080" y="164"/>
                  <a:pt x="72605" y="164"/>
                </a:cubicBezTo>
                <a:cubicBezTo>
                  <a:pt x="73825" y="149"/>
                  <a:pt x="75044" y="145"/>
                  <a:pt x="76262" y="145"/>
                </a:cubicBezTo>
                <a:cubicBezTo>
                  <a:pt x="77886" y="145"/>
                  <a:pt x="79510" y="153"/>
                  <a:pt x="81138" y="153"/>
                </a:cubicBezTo>
                <a:lnTo>
                  <a:pt x="81138" y="1"/>
                </a:lnTo>
                <a:close/>
              </a:path>
            </a:pathLst>
          </a:custGeom>
          <a:solidFill>
            <a:srgbClr val="B7715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5"/>
          <p:cNvSpPr/>
          <p:nvPr/>
        </p:nvSpPr>
        <p:spPr>
          <a:xfrm>
            <a:off x="7020299" y="4089551"/>
            <a:ext cx="2123739" cy="1053969"/>
          </a:xfrm>
          <a:custGeom>
            <a:rect b="b" l="l" r="r" t="t"/>
            <a:pathLst>
              <a:path extrusionOk="0" h="41223" w="83064">
                <a:moveTo>
                  <a:pt x="1958" y="1"/>
                </a:moveTo>
                <a:cubicBezTo>
                  <a:pt x="1411" y="1"/>
                  <a:pt x="865" y="223"/>
                  <a:pt x="467" y="671"/>
                </a:cubicBezTo>
                <a:cubicBezTo>
                  <a:pt x="23" y="1185"/>
                  <a:pt x="0" y="1780"/>
                  <a:pt x="58" y="2387"/>
                </a:cubicBezTo>
                <a:cubicBezTo>
                  <a:pt x="175" y="3391"/>
                  <a:pt x="665" y="4255"/>
                  <a:pt x="1191" y="5095"/>
                </a:cubicBezTo>
                <a:cubicBezTo>
                  <a:pt x="2533" y="7197"/>
                  <a:pt x="4121" y="9146"/>
                  <a:pt x="5906" y="10897"/>
                </a:cubicBezTo>
                <a:cubicBezTo>
                  <a:pt x="6840" y="11819"/>
                  <a:pt x="7832" y="12683"/>
                  <a:pt x="8825" y="13547"/>
                </a:cubicBezTo>
                <a:cubicBezTo>
                  <a:pt x="10821" y="15227"/>
                  <a:pt x="12933" y="16780"/>
                  <a:pt x="15140" y="18181"/>
                </a:cubicBezTo>
                <a:cubicBezTo>
                  <a:pt x="17719" y="19838"/>
                  <a:pt x="20451" y="21216"/>
                  <a:pt x="23171" y="22605"/>
                </a:cubicBezTo>
                <a:cubicBezTo>
                  <a:pt x="24968" y="23538"/>
                  <a:pt x="26766" y="24461"/>
                  <a:pt x="28540" y="25429"/>
                </a:cubicBezTo>
                <a:cubicBezTo>
                  <a:pt x="29112" y="25745"/>
                  <a:pt x="29602" y="26176"/>
                  <a:pt x="30081" y="26620"/>
                </a:cubicBezTo>
                <a:cubicBezTo>
                  <a:pt x="30221" y="26783"/>
                  <a:pt x="30268" y="27017"/>
                  <a:pt x="30209" y="27227"/>
                </a:cubicBezTo>
                <a:cubicBezTo>
                  <a:pt x="30127" y="27402"/>
                  <a:pt x="29859" y="27542"/>
                  <a:pt x="29649" y="27589"/>
                </a:cubicBezTo>
                <a:cubicBezTo>
                  <a:pt x="29582" y="27596"/>
                  <a:pt x="29514" y="27600"/>
                  <a:pt x="29445" y="27600"/>
                </a:cubicBezTo>
                <a:cubicBezTo>
                  <a:pt x="29287" y="27600"/>
                  <a:pt x="29127" y="27579"/>
                  <a:pt x="28972" y="27531"/>
                </a:cubicBezTo>
                <a:cubicBezTo>
                  <a:pt x="28575" y="27437"/>
                  <a:pt x="28190" y="27297"/>
                  <a:pt x="27793" y="27204"/>
                </a:cubicBezTo>
                <a:cubicBezTo>
                  <a:pt x="27428" y="27131"/>
                  <a:pt x="27068" y="27029"/>
                  <a:pt x="26695" y="27029"/>
                </a:cubicBezTo>
                <a:cubicBezTo>
                  <a:pt x="26531" y="27029"/>
                  <a:pt x="26364" y="27049"/>
                  <a:pt x="26194" y="27099"/>
                </a:cubicBezTo>
                <a:cubicBezTo>
                  <a:pt x="25598" y="27285"/>
                  <a:pt x="25237" y="27752"/>
                  <a:pt x="25435" y="28336"/>
                </a:cubicBezTo>
                <a:cubicBezTo>
                  <a:pt x="25587" y="28756"/>
                  <a:pt x="25820" y="29141"/>
                  <a:pt x="26124" y="29468"/>
                </a:cubicBezTo>
                <a:cubicBezTo>
                  <a:pt x="27279" y="30659"/>
                  <a:pt x="28703" y="31453"/>
                  <a:pt x="30268" y="31955"/>
                </a:cubicBezTo>
                <a:cubicBezTo>
                  <a:pt x="32240" y="32597"/>
                  <a:pt x="34260" y="33122"/>
                  <a:pt x="36256" y="33717"/>
                </a:cubicBezTo>
                <a:cubicBezTo>
                  <a:pt x="37108" y="33974"/>
                  <a:pt x="37948" y="34277"/>
                  <a:pt x="38684" y="34814"/>
                </a:cubicBezTo>
                <a:cubicBezTo>
                  <a:pt x="39174" y="35188"/>
                  <a:pt x="39197" y="35772"/>
                  <a:pt x="38684" y="36110"/>
                </a:cubicBezTo>
                <a:cubicBezTo>
                  <a:pt x="38322" y="36344"/>
                  <a:pt x="37925" y="36519"/>
                  <a:pt x="37505" y="36624"/>
                </a:cubicBezTo>
                <a:cubicBezTo>
                  <a:pt x="36862" y="36788"/>
                  <a:pt x="36214" y="36848"/>
                  <a:pt x="35560" y="36848"/>
                </a:cubicBezTo>
                <a:cubicBezTo>
                  <a:pt x="35241" y="36848"/>
                  <a:pt x="34920" y="36833"/>
                  <a:pt x="34598" y="36810"/>
                </a:cubicBezTo>
                <a:cubicBezTo>
                  <a:pt x="33081" y="36717"/>
                  <a:pt x="31587" y="36425"/>
                  <a:pt x="30139" y="35947"/>
                </a:cubicBezTo>
                <a:cubicBezTo>
                  <a:pt x="27921" y="35188"/>
                  <a:pt x="25703" y="34406"/>
                  <a:pt x="23521" y="33542"/>
                </a:cubicBezTo>
                <a:cubicBezTo>
                  <a:pt x="21922" y="32912"/>
                  <a:pt x="20381" y="32141"/>
                  <a:pt x="18828" y="31406"/>
                </a:cubicBezTo>
                <a:cubicBezTo>
                  <a:pt x="18268" y="31149"/>
                  <a:pt x="17766" y="30787"/>
                  <a:pt x="17194" y="30589"/>
                </a:cubicBezTo>
                <a:cubicBezTo>
                  <a:pt x="16991" y="30519"/>
                  <a:pt x="16792" y="30485"/>
                  <a:pt x="16606" y="30485"/>
                </a:cubicBezTo>
                <a:cubicBezTo>
                  <a:pt x="15895" y="30485"/>
                  <a:pt x="15362" y="30982"/>
                  <a:pt x="15408" y="31861"/>
                </a:cubicBezTo>
                <a:cubicBezTo>
                  <a:pt x="15420" y="32176"/>
                  <a:pt x="15502" y="32503"/>
                  <a:pt x="15642" y="32795"/>
                </a:cubicBezTo>
                <a:cubicBezTo>
                  <a:pt x="16062" y="33740"/>
                  <a:pt x="16809" y="34429"/>
                  <a:pt x="17673" y="34943"/>
                </a:cubicBezTo>
                <a:cubicBezTo>
                  <a:pt x="18758" y="35608"/>
                  <a:pt x="19890" y="36215"/>
                  <a:pt x="21034" y="36775"/>
                </a:cubicBezTo>
                <a:cubicBezTo>
                  <a:pt x="23439" y="37931"/>
                  <a:pt x="25937" y="38853"/>
                  <a:pt x="28517" y="39530"/>
                </a:cubicBezTo>
                <a:cubicBezTo>
                  <a:pt x="30513" y="40067"/>
                  <a:pt x="32544" y="40487"/>
                  <a:pt x="34563" y="40919"/>
                </a:cubicBezTo>
                <a:cubicBezTo>
                  <a:pt x="35287" y="41094"/>
                  <a:pt x="36034" y="41199"/>
                  <a:pt x="36781" y="41211"/>
                </a:cubicBezTo>
                <a:cubicBezTo>
                  <a:pt x="52072" y="41223"/>
                  <a:pt x="67375" y="41223"/>
                  <a:pt x="82667" y="41223"/>
                </a:cubicBezTo>
                <a:lnTo>
                  <a:pt x="83063" y="41223"/>
                </a:lnTo>
                <a:lnTo>
                  <a:pt x="83063" y="13967"/>
                </a:lnTo>
                <a:cubicBezTo>
                  <a:pt x="81908" y="14200"/>
                  <a:pt x="80799" y="14375"/>
                  <a:pt x="79690" y="14644"/>
                </a:cubicBezTo>
                <a:cubicBezTo>
                  <a:pt x="77846" y="15076"/>
                  <a:pt x="76013" y="15531"/>
                  <a:pt x="74192" y="16033"/>
                </a:cubicBezTo>
                <a:cubicBezTo>
                  <a:pt x="72219" y="16558"/>
                  <a:pt x="70247" y="17130"/>
                  <a:pt x="68286" y="17702"/>
                </a:cubicBezTo>
                <a:cubicBezTo>
                  <a:pt x="66430" y="18251"/>
                  <a:pt x="64585" y="18846"/>
                  <a:pt x="62730" y="19383"/>
                </a:cubicBezTo>
                <a:cubicBezTo>
                  <a:pt x="60920" y="19920"/>
                  <a:pt x="59088" y="20410"/>
                  <a:pt x="57278" y="20924"/>
                </a:cubicBezTo>
                <a:cubicBezTo>
                  <a:pt x="55796" y="21344"/>
                  <a:pt x="54278" y="21577"/>
                  <a:pt x="52749" y="21589"/>
                </a:cubicBezTo>
                <a:cubicBezTo>
                  <a:pt x="52598" y="21593"/>
                  <a:pt x="52446" y="21594"/>
                  <a:pt x="52295" y="21594"/>
                </a:cubicBezTo>
                <a:cubicBezTo>
                  <a:pt x="50941" y="21594"/>
                  <a:pt x="49588" y="21455"/>
                  <a:pt x="48255" y="21192"/>
                </a:cubicBezTo>
                <a:cubicBezTo>
                  <a:pt x="46703" y="20877"/>
                  <a:pt x="45150" y="20527"/>
                  <a:pt x="43598" y="20188"/>
                </a:cubicBezTo>
                <a:cubicBezTo>
                  <a:pt x="42839" y="20025"/>
                  <a:pt x="42080" y="19815"/>
                  <a:pt x="41310" y="19721"/>
                </a:cubicBezTo>
                <a:cubicBezTo>
                  <a:pt x="41236" y="19713"/>
                  <a:pt x="41162" y="19709"/>
                  <a:pt x="41090" y="19709"/>
                </a:cubicBezTo>
                <a:cubicBezTo>
                  <a:pt x="40278" y="19709"/>
                  <a:pt x="39629" y="20244"/>
                  <a:pt x="39758" y="21134"/>
                </a:cubicBezTo>
                <a:cubicBezTo>
                  <a:pt x="39851" y="21647"/>
                  <a:pt x="40213" y="21928"/>
                  <a:pt x="40633" y="22173"/>
                </a:cubicBezTo>
                <a:cubicBezTo>
                  <a:pt x="41088" y="22395"/>
                  <a:pt x="41520" y="22663"/>
                  <a:pt x="41929" y="22955"/>
                </a:cubicBezTo>
                <a:cubicBezTo>
                  <a:pt x="42255" y="23223"/>
                  <a:pt x="42255" y="23620"/>
                  <a:pt x="41929" y="23889"/>
                </a:cubicBezTo>
                <a:cubicBezTo>
                  <a:pt x="41532" y="24215"/>
                  <a:pt x="41088" y="24484"/>
                  <a:pt x="40610" y="24671"/>
                </a:cubicBezTo>
                <a:cubicBezTo>
                  <a:pt x="39805" y="24960"/>
                  <a:pt x="38980" y="25081"/>
                  <a:pt x="38137" y="25081"/>
                </a:cubicBezTo>
                <a:cubicBezTo>
                  <a:pt x="37720" y="25081"/>
                  <a:pt x="37299" y="25052"/>
                  <a:pt x="36874" y="24998"/>
                </a:cubicBezTo>
                <a:cubicBezTo>
                  <a:pt x="35812" y="24869"/>
                  <a:pt x="34762" y="24706"/>
                  <a:pt x="33793" y="24286"/>
                </a:cubicBezTo>
                <a:cubicBezTo>
                  <a:pt x="31295" y="23223"/>
                  <a:pt x="28820" y="22138"/>
                  <a:pt x="26392" y="20947"/>
                </a:cubicBezTo>
                <a:cubicBezTo>
                  <a:pt x="24606" y="20083"/>
                  <a:pt x="22879" y="19091"/>
                  <a:pt x="21174" y="18064"/>
                </a:cubicBezTo>
                <a:cubicBezTo>
                  <a:pt x="18070" y="16208"/>
                  <a:pt x="15210" y="13990"/>
                  <a:pt x="12630" y="11457"/>
                </a:cubicBezTo>
                <a:cubicBezTo>
                  <a:pt x="11533" y="10383"/>
                  <a:pt x="10471" y="9274"/>
                  <a:pt x="9455" y="8119"/>
                </a:cubicBezTo>
                <a:cubicBezTo>
                  <a:pt x="8229" y="6753"/>
                  <a:pt x="7062" y="5341"/>
                  <a:pt x="5918" y="3916"/>
                </a:cubicBezTo>
                <a:cubicBezTo>
                  <a:pt x="5089" y="2889"/>
                  <a:pt x="4354" y="1792"/>
                  <a:pt x="3549" y="776"/>
                </a:cubicBezTo>
                <a:cubicBezTo>
                  <a:pt x="3142" y="261"/>
                  <a:pt x="2550" y="1"/>
                  <a:pt x="195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5"/>
          <p:cNvSpPr/>
          <p:nvPr/>
        </p:nvSpPr>
        <p:spPr>
          <a:xfrm>
            <a:off x="0" y="3794725"/>
            <a:ext cx="2307425" cy="1348800"/>
          </a:xfrm>
          <a:custGeom>
            <a:rect b="b" l="l" r="r" t="t"/>
            <a:pathLst>
              <a:path extrusionOk="0" h="53952" w="92297">
                <a:moveTo>
                  <a:pt x="38287" y="1"/>
                </a:moveTo>
                <a:cubicBezTo>
                  <a:pt x="37676" y="1"/>
                  <a:pt x="37064" y="10"/>
                  <a:pt x="36454" y="35"/>
                </a:cubicBezTo>
                <a:cubicBezTo>
                  <a:pt x="34843" y="117"/>
                  <a:pt x="33232" y="292"/>
                  <a:pt x="31645" y="584"/>
                </a:cubicBezTo>
                <a:cubicBezTo>
                  <a:pt x="29766" y="899"/>
                  <a:pt x="27898" y="1307"/>
                  <a:pt x="26042" y="1774"/>
                </a:cubicBezTo>
                <a:cubicBezTo>
                  <a:pt x="23976" y="2300"/>
                  <a:pt x="21980" y="3058"/>
                  <a:pt x="20019" y="3899"/>
                </a:cubicBezTo>
                <a:cubicBezTo>
                  <a:pt x="17462" y="4984"/>
                  <a:pt x="15000" y="6257"/>
                  <a:pt x="12700" y="7821"/>
                </a:cubicBezTo>
                <a:cubicBezTo>
                  <a:pt x="10972" y="8988"/>
                  <a:pt x="9280" y="10225"/>
                  <a:pt x="7692" y="11556"/>
                </a:cubicBezTo>
                <a:cubicBezTo>
                  <a:pt x="6198" y="12817"/>
                  <a:pt x="4786" y="14159"/>
                  <a:pt x="3455" y="15583"/>
                </a:cubicBezTo>
                <a:cubicBezTo>
                  <a:pt x="2276" y="16821"/>
                  <a:pt x="1237" y="18198"/>
                  <a:pt x="152" y="19517"/>
                </a:cubicBezTo>
                <a:cubicBezTo>
                  <a:pt x="47" y="19692"/>
                  <a:pt x="0" y="19891"/>
                  <a:pt x="12" y="20089"/>
                </a:cubicBezTo>
                <a:lnTo>
                  <a:pt x="12" y="43119"/>
                </a:lnTo>
                <a:lnTo>
                  <a:pt x="12" y="53952"/>
                </a:lnTo>
                <a:lnTo>
                  <a:pt x="92227" y="53952"/>
                </a:lnTo>
                <a:cubicBezTo>
                  <a:pt x="92262" y="53928"/>
                  <a:pt x="92273" y="53847"/>
                  <a:pt x="92297" y="53800"/>
                </a:cubicBezTo>
                <a:lnTo>
                  <a:pt x="87919" y="53788"/>
                </a:lnTo>
                <a:cubicBezTo>
                  <a:pt x="87966" y="53170"/>
                  <a:pt x="88036" y="52574"/>
                  <a:pt x="88048" y="51979"/>
                </a:cubicBezTo>
                <a:cubicBezTo>
                  <a:pt x="88094" y="50263"/>
                  <a:pt x="88153" y="48547"/>
                  <a:pt x="88129" y="46820"/>
                </a:cubicBezTo>
                <a:cubicBezTo>
                  <a:pt x="88094" y="45617"/>
                  <a:pt x="88001" y="44415"/>
                  <a:pt x="87849" y="43224"/>
                </a:cubicBezTo>
                <a:cubicBezTo>
                  <a:pt x="87557" y="40820"/>
                  <a:pt x="87172" y="38427"/>
                  <a:pt x="86472" y="36116"/>
                </a:cubicBezTo>
                <a:cubicBezTo>
                  <a:pt x="85900" y="34260"/>
                  <a:pt x="85316" y="32392"/>
                  <a:pt x="84628" y="30571"/>
                </a:cubicBezTo>
                <a:cubicBezTo>
                  <a:pt x="83659" y="28096"/>
                  <a:pt x="82468" y="25704"/>
                  <a:pt x="81067" y="23451"/>
                </a:cubicBezTo>
                <a:cubicBezTo>
                  <a:pt x="79632" y="21081"/>
                  <a:pt x="77997" y="18852"/>
                  <a:pt x="76176" y="16786"/>
                </a:cubicBezTo>
                <a:cubicBezTo>
                  <a:pt x="75336" y="15840"/>
                  <a:pt x="74484" y="14883"/>
                  <a:pt x="73585" y="13996"/>
                </a:cubicBezTo>
                <a:cubicBezTo>
                  <a:pt x="69710" y="10179"/>
                  <a:pt x="65239" y="7039"/>
                  <a:pt x="60348" y="4693"/>
                </a:cubicBezTo>
                <a:cubicBezTo>
                  <a:pt x="58422" y="3759"/>
                  <a:pt x="56438" y="2977"/>
                  <a:pt x="54395" y="2358"/>
                </a:cubicBezTo>
                <a:cubicBezTo>
                  <a:pt x="52609" y="1821"/>
                  <a:pt x="50812" y="1342"/>
                  <a:pt x="48991" y="922"/>
                </a:cubicBezTo>
                <a:cubicBezTo>
                  <a:pt x="47905" y="677"/>
                  <a:pt x="46796" y="502"/>
                  <a:pt x="45687" y="385"/>
                </a:cubicBezTo>
                <a:cubicBezTo>
                  <a:pt x="44637" y="245"/>
                  <a:pt x="43586" y="128"/>
                  <a:pt x="42524" y="93"/>
                </a:cubicBezTo>
                <a:cubicBezTo>
                  <a:pt x="41115" y="53"/>
                  <a:pt x="39700" y="1"/>
                  <a:pt x="3828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5"/>
          <p:cNvSpPr/>
          <p:nvPr/>
        </p:nvSpPr>
        <p:spPr>
          <a:xfrm flipH="1">
            <a:off x="5672164" y="-31574"/>
            <a:ext cx="3493599" cy="1054005"/>
          </a:xfrm>
          <a:custGeom>
            <a:rect b="b" l="l" r="r" t="t"/>
            <a:pathLst>
              <a:path extrusionOk="0" h="24479" w="81138">
                <a:moveTo>
                  <a:pt x="0" y="1"/>
                </a:moveTo>
                <a:lnTo>
                  <a:pt x="0" y="24479"/>
                </a:lnTo>
                <a:cubicBezTo>
                  <a:pt x="444" y="24199"/>
                  <a:pt x="876" y="23918"/>
                  <a:pt x="1319" y="23650"/>
                </a:cubicBezTo>
                <a:cubicBezTo>
                  <a:pt x="3327" y="22389"/>
                  <a:pt x="5603" y="21619"/>
                  <a:pt x="7973" y="21420"/>
                </a:cubicBezTo>
                <a:cubicBezTo>
                  <a:pt x="8378" y="21385"/>
                  <a:pt x="8783" y="21368"/>
                  <a:pt x="9188" y="21368"/>
                </a:cubicBezTo>
                <a:cubicBezTo>
                  <a:pt x="10135" y="21368"/>
                  <a:pt x="11079" y="21462"/>
                  <a:pt x="12011" y="21642"/>
                </a:cubicBezTo>
                <a:cubicBezTo>
                  <a:pt x="13949" y="22027"/>
                  <a:pt x="15899" y="22413"/>
                  <a:pt x="17813" y="22891"/>
                </a:cubicBezTo>
                <a:cubicBezTo>
                  <a:pt x="20241" y="23498"/>
                  <a:pt x="22680" y="24058"/>
                  <a:pt x="25190" y="24257"/>
                </a:cubicBezTo>
                <a:cubicBezTo>
                  <a:pt x="25656" y="24288"/>
                  <a:pt x="26122" y="24303"/>
                  <a:pt x="26587" y="24303"/>
                </a:cubicBezTo>
                <a:cubicBezTo>
                  <a:pt x="29645" y="24303"/>
                  <a:pt x="32678" y="23641"/>
                  <a:pt x="35474" y="22354"/>
                </a:cubicBezTo>
                <a:cubicBezTo>
                  <a:pt x="38053" y="21152"/>
                  <a:pt x="40458" y="19588"/>
                  <a:pt x="42606" y="17720"/>
                </a:cubicBezTo>
                <a:cubicBezTo>
                  <a:pt x="44147" y="16401"/>
                  <a:pt x="45594" y="14977"/>
                  <a:pt x="47135" y="13670"/>
                </a:cubicBezTo>
                <a:cubicBezTo>
                  <a:pt x="48641" y="12386"/>
                  <a:pt x="50193" y="11148"/>
                  <a:pt x="51781" y="9981"/>
                </a:cubicBezTo>
                <a:cubicBezTo>
                  <a:pt x="53893" y="8452"/>
                  <a:pt x="56100" y="7063"/>
                  <a:pt x="58399" y="5849"/>
                </a:cubicBezTo>
                <a:cubicBezTo>
                  <a:pt x="60897" y="4483"/>
                  <a:pt x="63477" y="3281"/>
                  <a:pt x="66138" y="2265"/>
                </a:cubicBezTo>
                <a:cubicBezTo>
                  <a:pt x="67749" y="1647"/>
                  <a:pt x="69395" y="1098"/>
                  <a:pt x="71041" y="549"/>
                </a:cubicBezTo>
                <a:cubicBezTo>
                  <a:pt x="71543" y="374"/>
                  <a:pt x="72080" y="164"/>
                  <a:pt x="72605" y="164"/>
                </a:cubicBezTo>
                <a:cubicBezTo>
                  <a:pt x="73825" y="149"/>
                  <a:pt x="75044" y="145"/>
                  <a:pt x="76262" y="145"/>
                </a:cubicBezTo>
                <a:cubicBezTo>
                  <a:pt x="77886" y="145"/>
                  <a:pt x="79510" y="153"/>
                  <a:pt x="81138" y="153"/>
                </a:cubicBezTo>
                <a:lnTo>
                  <a:pt x="8113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5"/>
          <p:cNvSpPr/>
          <p:nvPr/>
        </p:nvSpPr>
        <p:spPr>
          <a:xfrm rot="-1826383">
            <a:off x="-230976" y="-475487"/>
            <a:ext cx="2396616" cy="1704147"/>
          </a:xfrm>
          <a:custGeom>
            <a:rect b="b" l="l" r="r" t="t"/>
            <a:pathLst>
              <a:path extrusionOk="0" h="35183" w="57186">
                <a:moveTo>
                  <a:pt x="12829" y="1"/>
                </a:moveTo>
                <a:cubicBezTo>
                  <a:pt x="11872" y="71"/>
                  <a:pt x="10646" y="141"/>
                  <a:pt x="9409" y="257"/>
                </a:cubicBezTo>
                <a:cubicBezTo>
                  <a:pt x="7856" y="397"/>
                  <a:pt x="6350" y="818"/>
                  <a:pt x="4950" y="1506"/>
                </a:cubicBezTo>
                <a:cubicBezTo>
                  <a:pt x="3129" y="2417"/>
                  <a:pt x="1728" y="3748"/>
                  <a:pt x="911" y="5627"/>
                </a:cubicBezTo>
                <a:cubicBezTo>
                  <a:pt x="257" y="7156"/>
                  <a:pt x="0" y="8814"/>
                  <a:pt x="175" y="10471"/>
                </a:cubicBezTo>
                <a:cubicBezTo>
                  <a:pt x="292" y="11907"/>
                  <a:pt x="701" y="13319"/>
                  <a:pt x="1378" y="14592"/>
                </a:cubicBezTo>
                <a:cubicBezTo>
                  <a:pt x="1751" y="15339"/>
                  <a:pt x="2277" y="15981"/>
                  <a:pt x="2930" y="16494"/>
                </a:cubicBezTo>
                <a:cubicBezTo>
                  <a:pt x="4031" y="17306"/>
                  <a:pt x="5364" y="17747"/>
                  <a:pt x="6728" y="17747"/>
                </a:cubicBezTo>
                <a:cubicBezTo>
                  <a:pt x="6797" y="17747"/>
                  <a:pt x="6865" y="17745"/>
                  <a:pt x="6934" y="17743"/>
                </a:cubicBezTo>
                <a:cubicBezTo>
                  <a:pt x="7880" y="17720"/>
                  <a:pt x="8825" y="17486"/>
                  <a:pt x="9759" y="17346"/>
                </a:cubicBezTo>
                <a:cubicBezTo>
                  <a:pt x="10774" y="17183"/>
                  <a:pt x="11802" y="16926"/>
                  <a:pt x="12817" y="16844"/>
                </a:cubicBezTo>
                <a:cubicBezTo>
                  <a:pt x="13199" y="16810"/>
                  <a:pt x="13579" y="16794"/>
                  <a:pt x="13957" y="16794"/>
                </a:cubicBezTo>
                <a:cubicBezTo>
                  <a:pt x="15522" y="16794"/>
                  <a:pt x="17058" y="17075"/>
                  <a:pt x="18572" y="17545"/>
                </a:cubicBezTo>
                <a:cubicBezTo>
                  <a:pt x="20544" y="18152"/>
                  <a:pt x="22389" y="18981"/>
                  <a:pt x="23965" y="20346"/>
                </a:cubicBezTo>
                <a:cubicBezTo>
                  <a:pt x="25109" y="21338"/>
                  <a:pt x="26217" y="22377"/>
                  <a:pt x="27315" y="23440"/>
                </a:cubicBezTo>
                <a:cubicBezTo>
                  <a:pt x="28003" y="24105"/>
                  <a:pt x="28645" y="24817"/>
                  <a:pt x="29252" y="25552"/>
                </a:cubicBezTo>
                <a:cubicBezTo>
                  <a:pt x="29964" y="26404"/>
                  <a:pt x="30816" y="27035"/>
                  <a:pt x="31890" y="27292"/>
                </a:cubicBezTo>
                <a:cubicBezTo>
                  <a:pt x="32087" y="27337"/>
                  <a:pt x="32281" y="27365"/>
                  <a:pt x="32463" y="27365"/>
                </a:cubicBezTo>
                <a:cubicBezTo>
                  <a:pt x="33069" y="27365"/>
                  <a:pt x="33540" y="27056"/>
                  <a:pt x="33513" y="26078"/>
                </a:cubicBezTo>
                <a:cubicBezTo>
                  <a:pt x="33501" y="25482"/>
                  <a:pt x="33338" y="24887"/>
                  <a:pt x="33279" y="24292"/>
                </a:cubicBezTo>
                <a:cubicBezTo>
                  <a:pt x="33198" y="23603"/>
                  <a:pt x="33174" y="22914"/>
                  <a:pt x="33198" y="22226"/>
                </a:cubicBezTo>
                <a:cubicBezTo>
                  <a:pt x="33247" y="21648"/>
                  <a:pt x="33545" y="21325"/>
                  <a:pt x="33962" y="21325"/>
                </a:cubicBezTo>
                <a:cubicBezTo>
                  <a:pt x="34144" y="21325"/>
                  <a:pt x="34348" y="21386"/>
                  <a:pt x="34563" y="21514"/>
                </a:cubicBezTo>
                <a:cubicBezTo>
                  <a:pt x="35159" y="21852"/>
                  <a:pt x="35707" y="22261"/>
                  <a:pt x="36221" y="22728"/>
                </a:cubicBezTo>
                <a:cubicBezTo>
                  <a:pt x="37365" y="23848"/>
                  <a:pt x="38357" y="25120"/>
                  <a:pt x="39186" y="26498"/>
                </a:cubicBezTo>
                <a:cubicBezTo>
                  <a:pt x="40073" y="27934"/>
                  <a:pt x="40890" y="29439"/>
                  <a:pt x="41754" y="30898"/>
                </a:cubicBezTo>
                <a:cubicBezTo>
                  <a:pt x="42513" y="32206"/>
                  <a:pt x="43330" y="33478"/>
                  <a:pt x="44462" y="34505"/>
                </a:cubicBezTo>
                <a:cubicBezTo>
                  <a:pt x="44754" y="34762"/>
                  <a:pt x="45104" y="34972"/>
                  <a:pt x="45466" y="35112"/>
                </a:cubicBezTo>
                <a:cubicBezTo>
                  <a:pt x="45587" y="35160"/>
                  <a:pt x="45698" y="35183"/>
                  <a:pt x="45800" y="35183"/>
                </a:cubicBezTo>
                <a:cubicBezTo>
                  <a:pt x="46122" y="35183"/>
                  <a:pt x="46351" y="34957"/>
                  <a:pt x="46493" y="34575"/>
                </a:cubicBezTo>
                <a:cubicBezTo>
                  <a:pt x="46656" y="34097"/>
                  <a:pt x="46563" y="33630"/>
                  <a:pt x="46400" y="33198"/>
                </a:cubicBezTo>
                <a:cubicBezTo>
                  <a:pt x="45711" y="31389"/>
                  <a:pt x="44742" y="29743"/>
                  <a:pt x="43668" y="28155"/>
                </a:cubicBezTo>
                <a:cubicBezTo>
                  <a:pt x="43330" y="27665"/>
                  <a:pt x="43026" y="27163"/>
                  <a:pt x="42746" y="26650"/>
                </a:cubicBezTo>
                <a:cubicBezTo>
                  <a:pt x="42594" y="26369"/>
                  <a:pt x="42548" y="26031"/>
                  <a:pt x="42793" y="25774"/>
                </a:cubicBezTo>
                <a:cubicBezTo>
                  <a:pt x="42924" y="25630"/>
                  <a:pt x="43086" y="25560"/>
                  <a:pt x="43263" y="25560"/>
                </a:cubicBezTo>
                <a:cubicBezTo>
                  <a:pt x="43416" y="25560"/>
                  <a:pt x="43582" y="25613"/>
                  <a:pt x="43750" y="25716"/>
                </a:cubicBezTo>
                <a:cubicBezTo>
                  <a:pt x="43983" y="25867"/>
                  <a:pt x="44193" y="26054"/>
                  <a:pt x="44415" y="26206"/>
                </a:cubicBezTo>
                <a:cubicBezTo>
                  <a:pt x="44859" y="26521"/>
                  <a:pt x="45267" y="26930"/>
                  <a:pt x="45758" y="27105"/>
                </a:cubicBezTo>
                <a:cubicBezTo>
                  <a:pt x="45986" y="27185"/>
                  <a:pt x="46200" y="27224"/>
                  <a:pt x="46393" y="27224"/>
                </a:cubicBezTo>
                <a:cubicBezTo>
                  <a:pt x="47045" y="27224"/>
                  <a:pt x="47445" y="26773"/>
                  <a:pt x="47310" y="25926"/>
                </a:cubicBezTo>
                <a:cubicBezTo>
                  <a:pt x="47263" y="25681"/>
                  <a:pt x="47205" y="25436"/>
                  <a:pt x="47112" y="25190"/>
                </a:cubicBezTo>
                <a:cubicBezTo>
                  <a:pt x="46481" y="23556"/>
                  <a:pt x="45256" y="22389"/>
                  <a:pt x="43960" y="21280"/>
                </a:cubicBezTo>
                <a:cubicBezTo>
                  <a:pt x="42921" y="20393"/>
                  <a:pt x="41882" y="19506"/>
                  <a:pt x="40855" y="18572"/>
                </a:cubicBezTo>
                <a:cubicBezTo>
                  <a:pt x="40517" y="18233"/>
                  <a:pt x="40213" y="17860"/>
                  <a:pt x="39968" y="17440"/>
                </a:cubicBezTo>
                <a:cubicBezTo>
                  <a:pt x="39734" y="17101"/>
                  <a:pt x="39828" y="16763"/>
                  <a:pt x="40225" y="16658"/>
                </a:cubicBezTo>
                <a:cubicBezTo>
                  <a:pt x="40530" y="16589"/>
                  <a:pt x="40870" y="16525"/>
                  <a:pt x="41193" y="16525"/>
                </a:cubicBezTo>
                <a:cubicBezTo>
                  <a:pt x="41364" y="16525"/>
                  <a:pt x="41530" y="16543"/>
                  <a:pt x="41684" y="16588"/>
                </a:cubicBezTo>
                <a:cubicBezTo>
                  <a:pt x="42594" y="16868"/>
                  <a:pt x="43481" y="17230"/>
                  <a:pt x="44345" y="17673"/>
                </a:cubicBezTo>
                <a:cubicBezTo>
                  <a:pt x="46061" y="18549"/>
                  <a:pt x="47450" y="19879"/>
                  <a:pt x="48804" y="21245"/>
                </a:cubicBezTo>
                <a:cubicBezTo>
                  <a:pt x="50847" y="23311"/>
                  <a:pt x="52983" y="25307"/>
                  <a:pt x="54536" y="27817"/>
                </a:cubicBezTo>
                <a:cubicBezTo>
                  <a:pt x="54802" y="28267"/>
                  <a:pt x="55321" y="28514"/>
                  <a:pt x="55780" y="28514"/>
                </a:cubicBezTo>
                <a:cubicBezTo>
                  <a:pt x="55905" y="28514"/>
                  <a:pt x="56025" y="28496"/>
                  <a:pt x="56135" y="28459"/>
                </a:cubicBezTo>
                <a:cubicBezTo>
                  <a:pt x="56765" y="28249"/>
                  <a:pt x="57115" y="27700"/>
                  <a:pt x="57139" y="26988"/>
                </a:cubicBezTo>
                <a:cubicBezTo>
                  <a:pt x="57185" y="25867"/>
                  <a:pt x="56672" y="24969"/>
                  <a:pt x="56053" y="24128"/>
                </a:cubicBezTo>
                <a:cubicBezTo>
                  <a:pt x="55283" y="23078"/>
                  <a:pt x="54466" y="22062"/>
                  <a:pt x="53590" y="21093"/>
                </a:cubicBezTo>
                <a:cubicBezTo>
                  <a:pt x="52610" y="20031"/>
                  <a:pt x="51582" y="19027"/>
                  <a:pt x="50485" y="18082"/>
                </a:cubicBezTo>
                <a:cubicBezTo>
                  <a:pt x="49353" y="17090"/>
                  <a:pt x="48162" y="16156"/>
                  <a:pt x="46925" y="15304"/>
                </a:cubicBezTo>
                <a:cubicBezTo>
                  <a:pt x="45454" y="14265"/>
                  <a:pt x="43925" y="13319"/>
                  <a:pt x="42361" y="12444"/>
                </a:cubicBezTo>
                <a:cubicBezTo>
                  <a:pt x="39770" y="11055"/>
                  <a:pt x="37108" y="9782"/>
                  <a:pt x="34493" y="8428"/>
                </a:cubicBezTo>
                <a:cubicBezTo>
                  <a:pt x="34027" y="8172"/>
                  <a:pt x="33583" y="7868"/>
                  <a:pt x="33174" y="7530"/>
                </a:cubicBezTo>
                <a:cubicBezTo>
                  <a:pt x="32964" y="7378"/>
                  <a:pt x="32988" y="7214"/>
                  <a:pt x="33256" y="7109"/>
                </a:cubicBezTo>
                <a:cubicBezTo>
                  <a:pt x="33349" y="7086"/>
                  <a:pt x="33431" y="7051"/>
                  <a:pt x="33525" y="7016"/>
                </a:cubicBezTo>
                <a:cubicBezTo>
                  <a:pt x="34015" y="6911"/>
                  <a:pt x="34505" y="6771"/>
                  <a:pt x="34984" y="6619"/>
                </a:cubicBezTo>
                <a:cubicBezTo>
                  <a:pt x="35626" y="6374"/>
                  <a:pt x="35707" y="5697"/>
                  <a:pt x="35170" y="5277"/>
                </a:cubicBezTo>
                <a:cubicBezTo>
                  <a:pt x="34995" y="5137"/>
                  <a:pt x="34809" y="5020"/>
                  <a:pt x="34610" y="4938"/>
                </a:cubicBezTo>
                <a:cubicBezTo>
                  <a:pt x="33093" y="4296"/>
                  <a:pt x="31587" y="3619"/>
                  <a:pt x="30046" y="3036"/>
                </a:cubicBezTo>
                <a:cubicBezTo>
                  <a:pt x="27770" y="2183"/>
                  <a:pt x="25447" y="1436"/>
                  <a:pt x="23031" y="1063"/>
                </a:cubicBezTo>
                <a:cubicBezTo>
                  <a:pt x="20930" y="748"/>
                  <a:pt x="18840" y="432"/>
                  <a:pt x="16727" y="199"/>
                </a:cubicBezTo>
                <a:cubicBezTo>
                  <a:pt x="15537" y="59"/>
                  <a:pt x="14311" y="71"/>
                  <a:pt x="1282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5"/>
          <p:cNvSpPr/>
          <p:nvPr/>
        </p:nvSpPr>
        <p:spPr>
          <a:xfrm rot="5400000">
            <a:off x="-534875" y="3859462"/>
            <a:ext cx="2123739" cy="1053969"/>
          </a:xfrm>
          <a:custGeom>
            <a:rect b="b" l="l" r="r" t="t"/>
            <a:pathLst>
              <a:path extrusionOk="0" h="41223" w="83064">
                <a:moveTo>
                  <a:pt x="1958" y="1"/>
                </a:moveTo>
                <a:cubicBezTo>
                  <a:pt x="1411" y="1"/>
                  <a:pt x="865" y="223"/>
                  <a:pt x="467" y="671"/>
                </a:cubicBezTo>
                <a:cubicBezTo>
                  <a:pt x="23" y="1185"/>
                  <a:pt x="0" y="1780"/>
                  <a:pt x="58" y="2387"/>
                </a:cubicBezTo>
                <a:cubicBezTo>
                  <a:pt x="175" y="3391"/>
                  <a:pt x="665" y="4255"/>
                  <a:pt x="1191" y="5095"/>
                </a:cubicBezTo>
                <a:cubicBezTo>
                  <a:pt x="2533" y="7197"/>
                  <a:pt x="4121" y="9146"/>
                  <a:pt x="5906" y="10897"/>
                </a:cubicBezTo>
                <a:cubicBezTo>
                  <a:pt x="6840" y="11819"/>
                  <a:pt x="7832" y="12683"/>
                  <a:pt x="8825" y="13547"/>
                </a:cubicBezTo>
                <a:cubicBezTo>
                  <a:pt x="10821" y="15227"/>
                  <a:pt x="12933" y="16780"/>
                  <a:pt x="15140" y="18181"/>
                </a:cubicBezTo>
                <a:cubicBezTo>
                  <a:pt x="17719" y="19838"/>
                  <a:pt x="20451" y="21216"/>
                  <a:pt x="23171" y="22605"/>
                </a:cubicBezTo>
                <a:cubicBezTo>
                  <a:pt x="24968" y="23538"/>
                  <a:pt x="26766" y="24461"/>
                  <a:pt x="28540" y="25429"/>
                </a:cubicBezTo>
                <a:cubicBezTo>
                  <a:pt x="29112" y="25745"/>
                  <a:pt x="29602" y="26176"/>
                  <a:pt x="30081" y="26620"/>
                </a:cubicBezTo>
                <a:cubicBezTo>
                  <a:pt x="30221" y="26783"/>
                  <a:pt x="30268" y="27017"/>
                  <a:pt x="30209" y="27227"/>
                </a:cubicBezTo>
                <a:cubicBezTo>
                  <a:pt x="30127" y="27402"/>
                  <a:pt x="29859" y="27542"/>
                  <a:pt x="29649" y="27589"/>
                </a:cubicBezTo>
                <a:cubicBezTo>
                  <a:pt x="29582" y="27596"/>
                  <a:pt x="29514" y="27600"/>
                  <a:pt x="29445" y="27600"/>
                </a:cubicBezTo>
                <a:cubicBezTo>
                  <a:pt x="29287" y="27600"/>
                  <a:pt x="29127" y="27579"/>
                  <a:pt x="28972" y="27531"/>
                </a:cubicBezTo>
                <a:cubicBezTo>
                  <a:pt x="28575" y="27437"/>
                  <a:pt x="28190" y="27297"/>
                  <a:pt x="27793" y="27204"/>
                </a:cubicBezTo>
                <a:cubicBezTo>
                  <a:pt x="27428" y="27131"/>
                  <a:pt x="27068" y="27029"/>
                  <a:pt x="26695" y="27029"/>
                </a:cubicBezTo>
                <a:cubicBezTo>
                  <a:pt x="26531" y="27029"/>
                  <a:pt x="26364" y="27049"/>
                  <a:pt x="26194" y="27099"/>
                </a:cubicBezTo>
                <a:cubicBezTo>
                  <a:pt x="25598" y="27285"/>
                  <a:pt x="25237" y="27752"/>
                  <a:pt x="25435" y="28336"/>
                </a:cubicBezTo>
                <a:cubicBezTo>
                  <a:pt x="25587" y="28756"/>
                  <a:pt x="25820" y="29141"/>
                  <a:pt x="26124" y="29468"/>
                </a:cubicBezTo>
                <a:cubicBezTo>
                  <a:pt x="27279" y="30659"/>
                  <a:pt x="28703" y="31453"/>
                  <a:pt x="30268" y="31955"/>
                </a:cubicBezTo>
                <a:cubicBezTo>
                  <a:pt x="32240" y="32597"/>
                  <a:pt x="34260" y="33122"/>
                  <a:pt x="36256" y="33717"/>
                </a:cubicBezTo>
                <a:cubicBezTo>
                  <a:pt x="37108" y="33974"/>
                  <a:pt x="37948" y="34277"/>
                  <a:pt x="38684" y="34814"/>
                </a:cubicBezTo>
                <a:cubicBezTo>
                  <a:pt x="39174" y="35188"/>
                  <a:pt x="39197" y="35772"/>
                  <a:pt x="38684" y="36110"/>
                </a:cubicBezTo>
                <a:cubicBezTo>
                  <a:pt x="38322" y="36344"/>
                  <a:pt x="37925" y="36519"/>
                  <a:pt x="37505" y="36624"/>
                </a:cubicBezTo>
                <a:cubicBezTo>
                  <a:pt x="36862" y="36788"/>
                  <a:pt x="36214" y="36848"/>
                  <a:pt x="35560" y="36848"/>
                </a:cubicBezTo>
                <a:cubicBezTo>
                  <a:pt x="35241" y="36848"/>
                  <a:pt x="34920" y="36833"/>
                  <a:pt x="34598" y="36810"/>
                </a:cubicBezTo>
                <a:cubicBezTo>
                  <a:pt x="33081" y="36717"/>
                  <a:pt x="31587" y="36425"/>
                  <a:pt x="30139" y="35947"/>
                </a:cubicBezTo>
                <a:cubicBezTo>
                  <a:pt x="27921" y="35188"/>
                  <a:pt x="25703" y="34406"/>
                  <a:pt x="23521" y="33542"/>
                </a:cubicBezTo>
                <a:cubicBezTo>
                  <a:pt x="21922" y="32912"/>
                  <a:pt x="20381" y="32141"/>
                  <a:pt x="18828" y="31406"/>
                </a:cubicBezTo>
                <a:cubicBezTo>
                  <a:pt x="18268" y="31149"/>
                  <a:pt x="17766" y="30787"/>
                  <a:pt x="17194" y="30589"/>
                </a:cubicBezTo>
                <a:cubicBezTo>
                  <a:pt x="16991" y="30519"/>
                  <a:pt x="16792" y="30485"/>
                  <a:pt x="16606" y="30485"/>
                </a:cubicBezTo>
                <a:cubicBezTo>
                  <a:pt x="15895" y="30485"/>
                  <a:pt x="15362" y="30982"/>
                  <a:pt x="15408" y="31861"/>
                </a:cubicBezTo>
                <a:cubicBezTo>
                  <a:pt x="15420" y="32176"/>
                  <a:pt x="15502" y="32503"/>
                  <a:pt x="15642" y="32795"/>
                </a:cubicBezTo>
                <a:cubicBezTo>
                  <a:pt x="16062" y="33740"/>
                  <a:pt x="16809" y="34429"/>
                  <a:pt x="17673" y="34943"/>
                </a:cubicBezTo>
                <a:cubicBezTo>
                  <a:pt x="18758" y="35608"/>
                  <a:pt x="19890" y="36215"/>
                  <a:pt x="21034" y="36775"/>
                </a:cubicBezTo>
                <a:cubicBezTo>
                  <a:pt x="23439" y="37931"/>
                  <a:pt x="25937" y="38853"/>
                  <a:pt x="28517" y="39530"/>
                </a:cubicBezTo>
                <a:cubicBezTo>
                  <a:pt x="30513" y="40067"/>
                  <a:pt x="32544" y="40487"/>
                  <a:pt x="34563" y="40919"/>
                </a:cubicBezTo>
                <a:cubicBezTo>
                  <a:pt x="35287" y="41094"/>
                  <a:pt x="36034" y="41199"/>
                  <a:pt x="36781" y="41211"/>
                </a:cubicBezTo>
                <a:cubicBezTo>
                  <a:pt x="52072" y="41223"/>
                  <a:pt x="67375" y="41223"/>
                  <a:pt x="82667" y="41223"/>
                </a:cubicBezTo>
                <a:lnTo>
                  <a:pt x="83063" y="41223"/>
                </a:lnTo>
                <a:lnTo>
                  <a:pt x="83063" y="13967"/>
                </a:lnTo>
                <a:cubicBezTo>
                  <a:pt x="81908" y="14200"/>
                  <a:pt x="80799" y="14375"/>
                  <a:pt x="79690" y="14644"/>
                </a:cubicBezTo>
                <a:cubicBezTo>
                  <a:pt x="77846" y="15076"/>
                  <a:pt x="76013" y="15531"/>
                  <a:pt x="74192" y="16033"/>
                </a:cubicBezTo>
                <a:cubicBezTo>
                  <a:pt x="72219" y="16558"/>
                  <a:pt x="70247" y="17130"/>
                  <a:pt x="68286" y="17702"/>
                </a:cubicBezTo>
                <a:cubicBezTo>
                  <a:pt x="66430" y="18251"/>
                  <a:pt x="64585" y="18846"/>
                  <a:pt x="62730" y="19383"/>
                </a:cubicBezTo>
                <a:cubicBezTo>
                  <a:pt x="60920" y="19920"/>
                  <a:pt x="59088" y="20410"/>
                  <a:pt x="57278" y="20924"/>
                </a:cubicBezTo>
                <a:cubicBezTo>
                  <a:pt x="55796" y="21344"/>
                  <a:pt x="54278" y="21577"/>
                  <a:pt x="52749" y="21589"/>
                </a:cubicBezTo>
                <a:cubicBezTo>
                  <a:pt x="52598" y="21593"/>
                  <a:pt x="52446" y="21594"/>
                  <a:pt x="52295" y="21594"/>
                </a:cubicBezTo>
                <a:cubicBezTo>
                  <a:pt x="50941" y="21594"/>
                  <a:pt x="49588" y="21455"/>
                  <a:pt x="48255" y="21192"/>
                </a:cubicBezTo>
                <a:cubicBezTo>
                  <a:pt x="46703" y="20877"/>
                  <a:pt x="45150" y="20527"/>
                  <a:pt x="43598" y="20188"/>
                </a:cubicBezTo>
                <a:cubicBezTo>
                  <a:pt x="42839" y="20025"/>
                  <a:pt x="42080" y="19815"/>
                  <a:pt x="41310" y="19721"/>
                </a:cubicBezTo>
                <a:cubicBezTo>
                  <a:pt x="41236" y="19713"/>
                  <a:pt x="41162" y="19709"/>
                  <a:pt x="41090" y="19709"/>
                </a:cubicBezTo>
                <a:cubicBezTo>
                  <a:pt x="40278" y="19709"/>
                  <a:pt x="39629" y="20244"/>
                  <a:pt x="39758" y="21134"/>
                </a:cubicBezTo>
                <a:cubicBezTo>
                  <a:pt x="39851" y="21647"/>
                  <a:pt x="40213" y="21928"/>
                  <a:pt x="40633" y="22173"/>
                </a:cubicBezTo>
                <a:cubicBezTo>
                  <a:pt x="41088" y="22395"/>
                  <a:pt x="41520" y="22663"/>
                  <a:pt x="41929" y="22955"/>
                </a:cubicBezTo>
                <a:cubicBezTo>
                  <a:pt x="42255" y="23223"/>
                  <a:pt x="42255" y="23620"/>
                  <a:pt x="41929" y="23889"/>
                </a:cubicBezTo>
                <a:cubicBezTo>
                  <a:pt x="41532" y="24215"/>
                  <a:pt x="41088" y="24484"/>
                  <a:pt x="40610" y="24671"/>
                </a:cubicBezTo>
                <a:cubicBezTo>
                  <a:pt x="39805" y="24960"/>
                  <a:pt x="38980" y="25081"/>
                  <a:pt x="38137" y="25081"/>
                </a:cubicBezTo>
                <a:cubicBezTo>
                  <a:pt x="37720" y="25081"/>
                  <a:pt x="37299" y="25052"/>
                  <a:pt x="36874" y="24998"/>
                </a:cubicBezTo>
                <a:cubicBezTo>
                  <a:pt x="35812" y="24869"/>
                  <a:pt x="34762" y="24706"/>
                  <a:pt x="33793" y="24286"/>
                </a:cubicBezTo>
                <a:cubicBezTo>
                  <a:pt x="31295" y="23223"/>
                  <a:pt x="28820" y="22138"/>
                  <a:pt x="26392" y="20947"/>
                </a:cubicBezTo>
                <a:cubicBezTo>
                  <a:pt x="24606" y="20083"/>
                  <a:pt x="22879" y="19091"/>
                  <a:pt x="21174" y="18064"/>
                </a:cubicBezTo>
                <a:cubicBezTo>
                  <a:pt x="18070" y="16208"/>
                  <a:pt x="15210" y="13990"/>
                  <a:pt x="12630" y="11457"/>
                </a:cubicBezTo>
                <a:cubicBezTo>
                  <a:pt x="11533" y="10383"/>
                  <a:pt x="10471" y="9274"/>
                  <a:pt x="9455" y="8119"/>
                </a:cubicBezTo>
                <a:cubicBezTo>
                  <a:pt x="8229" y="6753"/>
                  <a:pt x="7062" y="5341"/>
                  <a:pt x="5918" y="3916"/>
                </a:cubicBezTo>
                <a:cubicBezTo>
                  <a:pt x="5089" y="2889"/>
                  <a:pt x="4354" y="1792"/>
                  <a:pt x="3549" y="776"/>
                </a:cubicBezTo>
                <a:cubicBezTo>
                  <a:pt x="3142" y="261"/>
                  <a:pt x="2550" y="1"/>
                  <a:pt x="195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ackground 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6"/>
          <p:cNvSpPr/>
          <p:nvPr/>
        </p:nvSpPr>
        <p:spPr>
          <a:xfrm>
            <a:off x="11" y="-762"/>
            <a:ext cx="8845259" cy="2668578"/>
          </a:xfrm>
          <a:custGeom>
            <a:rect b="b" l="l" r="r" t="t"/>
            <a:pathLst>
              <a:path extrusionOk="0" h="24479" w="81138">
                <a:moveTo>
                  <a:pt x="0" y="1"/>
                </a:moveTo>
                <a:lnTo>
                  <a:pt x="0" y="24479"/>
                </a:lnTo>
                <a:cubicBezTo>
                  <a:pt x="444" y="24199"/>
                  <a:pt x="876" y="23918"/>
                  <a:pt x="1319" y="23650"/>
                </a:cubicBezTo>
                <a:cubicBezTo>
                  <a:pt x="3327" y="22389"/>
                  <a:pt x="5603" y="21619"/>
                  <a:pt x="7973" y="21420"/>
                </a:cubicBezTo>
                <a:cubicBezTo>
                  <a:pt x="8378" y="21385"/>
                  <a:pt x="8783" y="21368"/>
                  <a:pt x="9188" y="21368"/>
                </a:cubicBezTo>
                <a:cubicBezTo>
                  <a:pt x="10135" y="21368"/>
                  <a:pt x="11079" y="21462"/>
                  <a:pt x="12011" y="21642"/>
                </a:cubicBezTo>
                <a:cubicBezTo>
                  <a:pt x="13949" y="22027"/>
                  <a:pt x="15899" y="22413"/>
                  <a:pt x="17813" y="22891"/>
                </a:cubicBezTo>
                <a:cubicBezTo>
                  <a:pt x="20241" y="23498"/>
                  <a:pt x="22680" y="24058"/>
                  <a:pt x="25190" y="24257"/>
                </a:cubicBezTo>
                <a:cubicBezTo>
                  <a:pt x="25656" y="24288"/>
                  <a:pt x="26122" y="24303"/>
                  <a:pt x="26587" y="24303"/>
                </a:cubicBezTo>
                <a:cubicBezTo>
                  <a:pt x="29645" y="24303"/>
                  <a:pt x="32678" y="23641"/>
                  <a:pt x="35474" y="22354"/>
                </a:cubicBezTo>
                <a:cubicBezTo>
                  <a:pt x="38053" y="21152"/>
                  <a:pt x="40458" y="19588"/>
                  <a:pt x="42606" y="17720"/>
                </a:cubicBezTo>
                <a:cubicBezTo>
                  <a:pt x="44147" y="16401"/>
                  <a:pt x="45594" y="14977"/>
                  <a:pt x="47135" y="13670"/>
                </a:cubicBezTo>
                <a:cubicBezTo>
                  <a:pt x="48641" y="12386"/>
                  <a:pt x="50193" y="11148"/>
                  <a:pt x="51781" y="9981"/>
                </a:cubicBezTo>
                <a:cubicBezTo>
                  <a:pt x="53893" y="8452"/>
                  <a:pt x="56100" y="7063"/>
                  <a:pt x="58399" y="5849"/>
                </a:cubicBezTo>
                <a:cubicBezTo>
                  <a:pt x="60897" y="4483"/>
                  <a:pt x="63477" y="3281"/>
                  <a:pt x="66138" y="2265"/>
                </a:cubicBezTo>
                <a:cubicBezTo>
                  <a:pt x="67749" y="1647"/>
                  <a:pt x="69395" y="1098"/>
                  <a:pt x="71041" y="549"/>
                </a:cubicBezTo>
                <a:cubicBezTo>
                  <a:pt x="71543" y="374"/>
                  <a:pt x="72080" y="164"/>
                  <a:pt x="72605" y="164"/>
                </a:cubicBezTo>
                <a:cubicBezTo>
                  <a:pt x="73825" y="149"/>
                  <a:pt x="75044" y="145"/>
                  <a:pt x="76262" y="145"/>
                </a:cubicBezTo>
                <a:cubicBezTo>
                  <a:pt x="77886" y="145"/>
                  <a:pt x="79510" y="153"/>
                  <a:pt x="81138" y="153"/>
                </a:cubicBezTo>
                <a:lnTo>
                  <a:pt x="81138" y="1"/>
                </a:lnTo>
                <a:close/>
              </a:path>
            </a:pathLst>
          </a:custGeom>
          <a:solidFill>
            <a:srgbClr val="B7715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6"/>
          <p:cNvSpPr/>
          <p:nvPr/>
        </p:nvSpPr>
        <p:spPr>
          <a:xfrm flipH="1" rot="10800000">
            <a:off x="1" y="4461872"/>
            <a:ext cx="2429677" cy="681679"/>
          </a:xfrm>
          <a:custGeom>
            <a:rect b="b" l="l" r="r" t="t"/>
            <a:pathLst>
              <a:path extrusionOk="0" h="24479" w="81138">
                <a:moveTo>
                  <a:pt x="0" y="1"/>
                </a:moveTo>
                <a:lnTo>
                  <a:pt x="0" y="24479"/>
                </a:lnTo>
                <a:cubicBezTo>
                  <a:pt x="444" y="24199"/>
                  <a:pt x="876" y="23918"/>
                  <a:pt x="1319" y="23650"/>
                </a:cubicBezTo>
                <a:cubicBezTo>
                  <a:pt x="3327" y="22389"/>
                  <a:pt x="5603" y="21619"/>
                  <a:pt x="7973" y="21420"/>
                </a:cubicBezTo>
                <a:cubicBezTo>
                  <a:pt x="8378" y="21385"/>
                  <a:pt x="8783" y="21368"/>
                  <a:pt x="9188" y="21368"/>
                </a:cubicBezTo>
                <a:cubicBezTo>
                  <a:pt x="10135" y="21368"/>
                  <a:pt x="11079" y="21462"/>
                  <a:pt x="12011" y="21642"/>
                </a:cubicBezTo>
                <a:cubicBezTo>
                  <a:pt x="13949" y="22027"/>
                  <a:pt x="15899" y="22413"/>
                  <a:pt x="17813" y="22891"/>
                </a:cubicBezTo>
                <a:cubicBezTo>
                  <a:pt x="20241" y="23498"/>
                  <a:pt x="22680" y="24058"/>
                  <a:pt x="25190" y="24257"/>
                </a:cubicBezTo>
                <a:cubicBezTo>
                  <a:pt x="25656" y="24288"/>
                  <a:pt x="26122" y="24303"/>
                  <a:pt x="26587" y="24303"/>
                </a:cubicBezTo>
                <a:cubicBezTo>
                  <a:pt x="29645" y="24303"/>
                  <a:pt x="32678" y="23641"/>
                  <a:pt x="35474" y="22354"/>
                </a:cubicBezTo>
                <a:cubicBezTo>
                  <a:pt x="38053" y="21152"/>
                  <a:pt x="40458" y="19588"/>
                  <a:pt x="42606" y="17720"/>
                </a:cubicBezTo>
                <a:cubicBezTo>
                  <a:pt x="44147" y="16401"/>
                  <a:pt x="45594" y="14977"/>
                  <a:pt x="47135" y="13670"/>
                </a:cubicBezTo>
                <a:cubicBezTo>
                  <a:pt x="48641" y="12386"/>
                  <a:pt x="50193" y="11148"/>
                  <a:pt x="51781" y="9981"/>
                </a:cubicBezTo>
                <a:cubicBezTo>
                  <a:pt x="53893" y="8452"/>
                  <a:pt x="56100" y="7063"/>
                  <a:pt x="58399" y="5849"/>
                </a:cubicBezTo>
                <a:cubicBezTo>
                  <a:pt x="60897" y="4483"/>
                  <a:pt x="63477" y="3281"/>
                  <a:pt x="66138" y="2265"/>
                </a:cubicBezTo>
                <a:cubicBezTo>
                  <a:pt x="67749" y="1647"/>
                  <a:pt x="69395" y="1098"/>
                  <a:pt x="71041" y="549"/>
                </a:cubicBezTo>
                <a:cubicBezTo>
                  <a:pt x="71543" y="374"/>
                  <a:pt x="72080" y="164"/>
                  <a:pt x="72605" y="164"/>
                </a:cubicBezTo>
                <a:cubicBezTo>
                  <a:pt x="73825" y="149"/>
                  <a:pt x="75044" y="145"/>
                  <a:pt x="76262" y="145"/>
                </a:cubicBezTo>
                <a:cubicBezTo>
                  <a:pt x="77886" y="145"/>
                  <a:pt x="79510" y="153"/>
                  <a:pt x="81138" y="153"/>
                </a:cubicBezTo>
                <a:lnTo>
                  <a:pt x="8113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5" name="Google Shape;205;p36"/>
          <p:cNvGrpSpPr/>
          <p:nvPr/>
        </p:nvGrpSpPr>
        <p:grpSpPr>
          <a:xfrm>
            <a:off x="1209450" y="4568301"/>
            <a:ext cx="469550" cy="374575"/>
            <a:chOff x="1101425" y="4597125"/>
            <a:chExt cx="469550" cy="374575"/>
          </a:xfrm>
        </p:grpSpPr>
        <p:sp>
          <p:nvSpPr>
            <p:cNvPr id="206" name="Google Shape;206;p36"/>
            <p:cNvSpPr/>
            <p:nvPr/>
          </p:nvSpPr>
          <p:spPr>
            <a:xfrm>
              <a:off x="1101425" y="4597125"/>
              <a:ext cx="438050" cy="283250"/>
            </a:xfrm>
            <a:custGeom>
              <a:rect b="b" l="l" r="r" t="t"/>
              <a:pathLst>
                <a:path extrusionOk="0" h="11330" w="17522">
                  <a:moveTo>
                    <a:pt x="12099" y="0"/>
                  </a:moveTo>
                  <a:cubicBezTo>
                    <a:pt x="11486" y="0"/>
                    <a:pt x="10870" y="51"/>
                    <a:pt x="10261" y="146"/>
                  </a:cubicBezTo>
                  <a:cubicBezTo>
                    <a:pt x="9607" y="228"/>
                    <a:pt x="8965" y="357"/>
                    <a:pt x="8335" y="532"/>
                  </a:cubicBezTo>
                  <a:cubicBezTo>
                    <a:pt x="7086" y="870"/>
                    <a:pt x="5895" y="1407"/>
                    <a:pt x="4809" y="2119"/>
                  </a:cubicBezTo>
                  <a:cubicBezTo>
                    <a:pt x="3467" y="2971"/>
                    <a:pt x="2276" y="4057"/>
                    <a:pt x="1308" y="5318"/>
                  </a:cubicBezTo>
                  <a:cubicBezTo>
                    <a:pt x="432" y="6438"/>
                    <a:pt x="0" y="7699"/>
                    <a:pt x="199" y="9135"/>
                  </a:cubicBezTo>
                  <a:cubicBezTo>
                    <a:pt x="257" y="9660"/>
                    <a:pt x="409" y="10162"/>
                    <a:pt x="654" y="10640"/>
                  </a:cubicBezTo>
                  <a:cubicBezTo>
                    <a:pt x="829" y="11014"/>
                    <a:pt x="1121" y="11271"/>
                    <a:pt x="1553" y="11306"/>
                  </a:cubicBezTo>
                  <a:cubicBezTo>
                    <a:pt x="1833" y="11329"/>
                    <a:pt x="2101" y="11329"/>
                    <a:pt x="2381" y="11329"/>
                  </a:cubicBezTo>
                  <a:cubicBezTo>
                    <a:pt x="3140" y="11317"/>
                    <a:pt x="3899" y="11177"/>
                    <a:pt x="4623" y="10909"/>
                  </a:cubicBezTo>
                  <a:cubicBezTo>
                    <a:pt x="6269" y="10325"/>
                    <a:pt x="7447" y="9193"/>
                    <a:pt x="8405" y="7769"/>
                  </a:cubicBezTo>
                  <a:cubicBezTo>
                    <a:pt x="8813" y="7162"/>
                    <a:pt x="9257" y="6578"/>
                    <a:pt x="9747" y="6018"/>
                  </a:cubicBezTo>
                  <a:cubicBezTo>
                    <a:pt x="10459" y="5224"/>
                    <a:pt x="11346" y="4594"/>
                    <a:pt x="12338" y="4174"/>
                  </a:cubicBezTo>
                  <a:cubicBezTo>
                    <a:pt x="12969" y="3893"/>
                    <a:pt x="13634" y="3707"/>
                    <a:pt x="14323" y="3602"/>
                  </a:cubicBezTo>
                  <a:cubicBezTo>
                    <a:pt x="15011" y="3497"/>
                    <a:pt x="15712" y="3415"/>
                    <a:pt x="16412" y="3310"/>
                  </a:cubicBezTo>
                  <a:cubicBezTo>
                    <a:pt x="16774" y="3275"/>
                    <a:pt x="17124" y="3193"/>
                    <a:pt x="17521" y="3123"/>
                  </a:cubicBezTo>
                  <a:cubicBezTo>
                    <a:pt x="17439" y="2983"/>
                    <a:pt x="17369" y="2866"/>
                    <a:pt x="17311" y="2761"/>
                  </a:cubicBezTo>
                  <a:cubicBezTo>
                    <a:pt x="16307" y="964"/>
                    <a:pt x="14743" y="100"/>
                    <a:pt x="12724" y="18"/>
                  </a:cubicBezTo>
                  <a:cubicBezTo>
                    <a:pt x="12516" y="6"/>
                    <a:pt x="12308" y="0"/>
                    <a:pt x="120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36"/>
            <p:cNvSpPr/>
            <p:nvPr/>
          </p:nvSpPr>
          <p:spPr>
            <a:xfrm>
              <a:off x="1148975" y="4706625"/>
              <a:ext cx="422000" cy="265075"/>
            </a:xfrm>
            <a:custGeom>
              <a:rect b="b" l="l" r="r" t="t"/>
              <a:pathLst>
                <a:path extrusionOk="0" h="10603" w="16880">
                  <a:moveTo>
                    <a:pt x="15934" y="0"/>
                  </a:moveTo>
                  <a:cubicBezTo>
                    <a:pt x="15911" y="0"/>
                    <a:pt x="15888" y="1"/>
                    <a:pt x="15864" y="4"/>
                  </a:cubicBezTo>
                  <a:cubicBezTo>
                    <a:pt x="15339" y="15"/>
                    <a:pt x="14825" y="62"/>
                    <a:pt x="14312" y="132"/>
                  </a:cubicBezTo>
                  <a:cubicBezTo>
                    <a:pt x="13214" y="296"/>
                    <a:pt x="12141" y="611"/>
                    <a:pt x="11113" y="1054"/>
                  </a:cubicBezTo>
                  <a:cubicBezTo>
                    <a:pt x="10308" y="1428"/>
                    <a:pt x="9561" y="1918"/>
                    <a:pt x="8896" y="2525"/>
                  </a:cubicBezTo>
                  <a:cubicBezTo>
                    <a:pt x="8102" y="3260"/>
                    <a:pt x="7448" y="4148"/>
                    <a:pt x="6970" y="5116"/>
                  </a:cubicBezTo>
                  <a:cubicBezTo>
                    <a:pt x="6573" y="5863"/>
                    <a:pt x="6001" y="6517"/>
                    <a:pt x="5300" y="6996"/>
                  </a:cubicBezTo>
                  <a:cubicBezTo>
                    <a:pt x="4308" y="7661"/>
                    <a:pt x="3188" y="7918"/>
                    <a:pt x="2020" y="8035"/>
                  </a:cubicBezTo>
                  <a:cubicBezTo>
                    <a:pt x="1460" y="8093"/>
                    <a:pt x="900" y="8163"/>
                    <a:pt x="339" y="8233"/>
                  </a:cubicBezTo>
                  <a:cubicBezTo>
                    <a:pt x="246" y="8245"/>
                    <a:pt x="141" y="8256"/>
                    <a:pt x="48" y="8280"/>
                  </a:cubicBezTo>
                  <a:lnTo>
                    <a:pt x="1" y="8361"/>
                  </a:lnTo>
                  <a:cubicBezTo>
                    <a:pt x="409" y="8723"/>
                    <a:pt x="783" y="9108"/>
                    <a:pt x="1203" y="9435"/>
                  </a:cubicBezTo>
                  <a:cubicBezTo>
                    <a:pt x="2160" y="10182"/>
                    <a:pt x="3281" y="10498"/>
                    <a:pt x="4460" y="10568"/>
                  </a:cubicBezTo>
                  <a:cubicBezTo>
                    <a:pt x="4814" y="10591"/>
                    <a:pt x="5167" y="10603"/>
                    <a:pt x="5519" y="10603"/>
                  </a:cubicBezTo>
                  <a:cubicBezTo>
                    <a:pt x="6222" y="10603"/>
                    <a:pt x="6923" y="10556"/>
                    <a:pt x="7623" y="10463"/>
                  </a:cubicBezTo>
                  <a:cubicBezTo>
                    <a:pt x="8569" y="10322"/>
                    <a:pt x="9491" y="10066"/>
                    <a:pt x="10366" y="9715"/>
                  </a:cubicBezTo>
                  <a:cubicBezTo>
                    <a:pt x="11160" y="9389"/>
                    <a:pt x="11907" y="8980"/>
                    <a:pt x="12608" y="8478"/>
                  </a:cubicBezTo>
                  <a:cubicBezTo>
                    <a:pt x="13460" y="7871"/>
                    <a:pt x="14242" y="7147"/>
                    <a:pt x="14930" y="6342"/>
                  </a:cubicBezTo>
                  <a:cubicBezTo>
                    <a:pt x="15409" y="5758"/>
                    <a:pt x="15899" y="5163"/>
                    <a:pt x="16238" y="4474"/>
                  </a:cubicBezTo>
                  <a:cubicBezTo>
                    <a:pt x="16541" y="3879"/>
                    <a:pt x="16728" y="3237"/>
                    <a:pt x="16798" y="2572"/>
                  </a:cubicBezTo>
                  <a:cubicBezTo>
                    <a:pt x="16880" y="1871"/>
                    <a:pt x="16821" y="1183"/>
                    <a:pt x="16611" y="517"/>
                  </a:cubicBezTo>
                  <a:cubicBezTo>
                    <a:pt x="16524" y="213"/>
                    <a:pt x="16246" y="0"/>
                    <a:pt x="159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8" name="Google Shape;208;p36"/>
          <p:cNvGrpSpPr/>
          <p:nvPr/>
        </p:nvGrpSpPr>
        <p:grpSpPr>
          <a:xfrm>
            <a:off x="1055867" y="4191425"/>
            <a:ext cx="218949" cy="282300"/>
            <a:chOff x="1454525" y="4245300"/>
            <a:chExt cx="217125" cy="282300"/>
          </a:xfrm>
        </p:grpSpPr>
        <p:sp>
          <p:nvSpPr>
            <p:cNvPr id="209" name="Google Shape;209;p36"/>
            <p:cNvSpPr/>
            <p:nvPr/>
          </p:nvSpPr>
          <p:spPr>
            <a:xfrm>
              <a:off x="1454525" y="4258175"/>
              <a:ext cx="152350" cy="269425"/>
            </a:xfrm>
            <a:custGeom>
              <a:rect b="b" l="l" r="r" t="t"/>
              <a:pathLst>
                <a:path extrusionOk="0" h="10777" w="6094">
                  <a:moveTo>
                    <a:pt x="2335" y="1"/>
                  </a:moveTo>
                  <a:cubicBezTo>
                    <a:pt x="2230" y="24"/>
                    <a:pt x="2136" y="59"/>
                    <a:pt x="2055" y="94"/>
                  </a:cubicBezTo>
                  <a:cubicBezTo>
                    <a:pt x="1634" y="257"/>
                    <a:pt x="1261" y="514"/>
                    <a:pt x="957" y="841"/>
                  </a:cubicBezTo>
                  <a:cubicBezTo>
                    <a:pt x="782" y="1028"/>
                    <a:pt x="642" y="1226"/>
                    <a:pt x="514" y="1448"/>
                  </a:cubicBezTo>
                  <a:cubicBezTo>
                    <a:pt x="421" y="1623"/>
                    <a:pt x="339" y="1822"/>
                    <a:pt x="269" y="2008"/>
                  </a:cubicBezTo>
                  <a:cubicBezTo>
                    <a:pt x="210" y="2183"/>
                    <a:pt x="152" y="2359"/>
                    <a:pt x="129" y="2545"/>
                  </a:cubicBezTo>
                  <a:cubicBezTo>
                    <a:pt x="82" y="2860"/>
                    <a:pt x="47" y="3176"/>
                    <a:pt x="24" y="3491"/>
                  </a:cubicBezTo>
                  <a:cubicBezTo>
                    <a:pt x="0" y="3771"/>
                    <a:pt x="0" y="4051"/>
                    <a:pt x="0" y="4320"/>
                  </a:cubicBezTo>
                  <a:cubicBezTo>
                    <a:pt x="0" y="4541"/>
                    <a:pt x="24" y="4751"/>
                    <a:pt x="59" y="4973"/>
                  </a:cubicBezTo>
                  <a:cubicBezTo>
                    <a:pt x="94" y="5242"/>
                    <a:pt x="129" y="5522"/>
                    <a:pt x="187" y="5790"/>
                  </a:cubicBezTo>
                  <a:cubicBezTo>
                    <a:pt x="280" y="6164"/>
                    <a:pt x="386" y="6537"/>
                    <a:pt x="514" y="6899"/>
                  </a:cubicBezTo>
                  <a:cubicBezTo>
                    <a:pt x="619" y="7203"/>
                    <a:pt x="759" y="7495"/>
                    <a:pt x="911" y="7763"/>
                  </a:cubicBezTo>
                  <a:cubicBezTo>
                    <a:pt x="1063" y="8067"/>
                    <a:pt x="1249" y="8347"/>
                    <a:pt x="1436" y="8638"/>
                  </a:cubicBezTo>
                  <a:cubicBezTo>
                    <a:pt x="1541" y="8802"/>
                    <a:pt x="1646" y="8954"/>
                    <a:pt x="1775" y="9105"/>
                  </a:cubicBezTo>
                  <a:cubicBezTo>
                    <a:pt x="1973" y="9351"/>
                    <a:pt x="2195" y="9572"/>
                    <a:pt x="2393" y="9806"/>
                  </a:cubicBezTo>
                  <a:cubicBezTo>
                    <a:pt x="2603" y="10039"/>
                    <a:pt x="2860" y="10238"/>
                    <a:pt x="3140" y="10389"/>
                  </a:cubicBezTo>
                  <a:cubicBezTo>
                    <a:pt x="3269" y="10459"/>
                    <a:pt x="3397" y="10506"/>
                    <a:pt x="3525" y="10564"/>
                  </a:cubicBezTo>
                  <a:cubicBezTo>
                    <a:pt x="3858" y="10715"/>
                    <a:pt x="4210" y="10776"/>
                    <a:pt x="4572" y="10776"/>
                  </a:cubicBezTo>
                  <a:cubicBezTo>
                    <a:pt x="4605" y="10776"/>
                    <a:pt x="4637" y="10776"/>
                    <a:pt x="4669" y="10775"/>
                  </a:cubicBezTo>
                  <a:cubicBezTo>
                    <a:pt x="4891" y="10751"/>
                    <a:pt x="5113" y="10728"/>
                    <a:pt x="5335" y="10681"/>
                  </a:cubicBezTo>
                  <a:cubicBezTo>
                    <a:pt x="5673" y="10635"/>
                    <a:pt x="5953" y="10366"/>
                    <a:pt x="5988" y="10028"/>
                  </a:cubicBezTo>
                  <a:cubicBezTo>
                    <a:pt x="6070" y="9666"/>
                    <a:pt x="6093" y="9304"/>
                    <a:pt x="6070" y="8930"/>
                  </a:cubicBezTo>
                  <a:cubicBezTo>
                    <a:pt x="6058" y="8580"/>
                    <a:pt x="6000" y="8230"/>
                    <a:pt x="5883" y="7891"/>
                  </a:cubicBezTo>
                  <a:cubicBezTo>
                    <a:pt x="5743" y="7460"/>
                    <a:pt x="5522" y="7051"/>
                    <a:pt x="5253" y="6689"/>
                  </a:cubicBezTo>
                  <a:cubicBezTo>
                    <a:pt x="5031" y="6386"/>
                    <a:pt x="4774" y="6094"/>
                    <a:pt x="4483" y="5849"/>
                  </a:cubicBezTo>
                  <a:cubicBezTo>
                    <a:pt x="4086" y="5545"/>
                    <a:pt x="3724" y="5183"/>
                    <a:pt x="3420" y="4786"/>
                  </a:cubicBezTo>
                  <a:cubicBezTo>
                    <a:pt x="3199" y="4495"/>
                    <a:pt x="3000" y="4191"/>
                    <a:pt x="2825" y="3876"/>
                  </a:cubicBezTo>
                  <a:cubicBezTo>
                    <a:pt x="2650" y="3537"/>
                    <a:pt x="2533" y="3176"/>
                    <a:pt x="2487" y="2802"/>
                  </a:cubicBezTo>
                  <a:cubicBezTo>
                    <a:pt x="2440" y="2405"/>
                    <a:pt x="2393" y="2008"/>
                    <a:pt x="2370" y="1611"/>
                  </a:cubicBezTo>
                  <a:cubicBezTo>
                    <a:pt x="2347" y="1320"/>
                    <a:pt x="2382" y="1039"/>
                    <a:pt x="2382" y="748"/>
                  </a:cubicBezTo>
                  <a:cubicBezTo>
                    <a:pt x="2370" y="503"/>
                    <a:pt x="2347" y="257"/>
                    <a:pt x="2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36"/>
            <p:cNvSpPr/>
            <p:nvPr/>
          </p:nvSpPr>
          <p:spPr>
            <a:xfrm>
              <a:off x="1530400" y="4245300"/>
              <a:ext cx="141250" cy="263000"/>
            </a:xfrm>
            <a:custGeom>
              <a:rect b="b" l="l" r="r" t="t"/>
              <a:pathLst>
                <a:path extrusionOk="0" h="10520" w="5650">
                  <a:moveTo>
                    <a:pt x="913" y="1"/>
                  </a:moveTo>
                  <a:cubicBezTo>
                    <a:pt x="783" y="1"/>
                    <a:pt x="654" y="9"/>
                    <a:pt x="525" y="25"/>
                  </a:cubicBezTo>
                  <a:cubicBezTo>
                    <a:pt x="339" y="49"/>
                    <a:pt x="152" y="107"/>
                    <a:pt x="105" y="317"/>
                  </a:cubicBezTo>
                  <a:cubicBezTo>
                    <a:pt x="47" y="562"/>
                    <a:pt x="24" y="807"/>
                    <a:pt x="12" y="1053"/>
                  </a:cubicBezTo>
                  <a:cubicBezTo>
                    <a:pt x="0" y="1286"/>
                    <a:pt x="12" y="1531"/>
                    <a:pt x="35" y="1765"/>
                  </a:cubicBezTo>
                  <a:cubicBezTo>
                    <a:pt x="70" y="2103"/>
                    <a:pt x="117" y="2430"/>
                    <a:pt x="175" y="2768"/>
                  </a:cubicBezTo>
                  <a:cubicBezTo>
                    <a:pt x="210" y="2955"/>
                    <a:pt x="269" y="3130"/>
                    <a:pt x="315" y="3317"/>
                  </a:cubicBezTo>
                  <a:cubicBezTo>
                    <a:pt x="409" y="3691"/>
                    <a:pt x="561" y="4052"/>
                    <a:pt x="771" y="4379"/>
                  </a:cubicBezTo>
                  <a:cubicBezTo>
                    <a:pt x="899" y="4601"/>
                    <a:pt x="1062" y="4800"/>
                    <a:pt x="1203" y="5010"/>
                  </a:cubicBezTo>
                  <a:cubicBezTo>
                    <a:pt x="1448" y="5336"/>
                    <a:pt x="1751" y="5640"/>
                    <a:pt x="2078" y="5885"/>
                  </a:cubicBezTo>
                  <a:cubicBezTo>
                    <a:pt x="2230" y="6014"/>
                    <a:pt x="2416" y="6095"/>
                    <a:pt x="2557" y="6224"/>
                  </a:cubicBezTo>
                  <a:cubicBezTo>
                    <a:pt x="2825" y="6445"/>
                    <a:pt x="3058" y="6702"/>
                    <a:pt x="3257" y="6994"/>
                  </a:cubicBezTo>
                  <a:cubicBezTo>
                    <a:pt x="3420" y="7251"/>
                    <a:pt x="3549" y="7543"/>
                    <a:pt x="3630" y="7834"/>
                  </a:cubicBezTo>
                  <a:cubicBezTo>
                    <a:pt x="3747" y="8231"/>
                    <a:pt x="3794" y="8628"/>
                    <a:pt x="3782" y="9025"/>
                  </a:cubicBezTo>
                  <a:cubicBezTo>
                    <a:pt x="3771" y="9329"/>
                    <a:pt x="3771" y="9632"/>
                    <a:pt x="3771" y="9936"/>
                  </a:cubicBezTo>
                  <a:lnTo>
                    <a:pt x="3771" y="10484"/>
                  </a:lnTo>
                  <a:lnTo>
                    <a:pt x="3817" y="10519"/>
                  </a:lnTo>
                  <a:cubicBezTo>
                    <a:pt x="3969" y="10391"/>
                    <a:pt x="4132" y="10286"/>
                    <a:pt x="4284" y="10157"/>
                  </a:cubicBezTo>
                  <a:cubicBezTo>
                    <a:pt x="4704" y="9819"/>
                    <a:pt x="5020" y="9375"/>
                    <a:pt x="5218" y="8885"/>
                  </a:cubicBezTo>
                  <a:cubicBezTo>
                    <a:pt x="5358" y="8547"/>
                    <a:pt x="5463" y="8196"/>
                    <a:pt x="5510" y="7834"/>
                  </a:cubicBezTo>
                  <a:cubicBezTo>
                    <a:pt x="5545" y="7601"/>
                    <a:pt x="5568" y="7368"/>
                    <a:pt x="5591" y="7134"/>
                  </a:cubicBezTo>
                  <a:cubicBezTo>
                    <a:pt x="5615" y="6842"/>
                    <a:pt x="5650" y="6550"/>
                    <a:pt x="5650" y="6259"/>
                  </a:cubicBezTo>
                  <a:cubicBezTo>
                    <a:pt x="5650" y="6037"/>
                    <a:pt x="5638" y="5827"/>
                    <a:pt x="5603" y="5605"/>
                  </a:cubicBezTo>
                  <a:cubicBezTo>
                    <a:pt x="5591" y="5336"/>
                    <a:pt x="5545" y="5068"/>
                    <a:pt x="5498" y="4800"/>
                  </a:cubicBezTo>
                  <a:cubicBezTo>
                    <a:pt x="5405" y="4426"/>
                    <a:pt x="5276" y="4064"/>
                    <a:pt x="5160" y="3714"/>
                  </a:cubicBezTo>
                  <a:cubicBezTo>
                    <a:pt x="4949" y="3142"/>
                    <a:pt x="4658" y="2617"/>
                    <a:pt x="4284" y="2150"/>
                  </a:cubicBezTo>
                  <a:cubicBezTo>
                    <a:pt x="3969" y="1753"/>
                    <a:pt x="3630" y="1368"/>
                    <a:pt x="3280" y="1018"/>
                  </a:cubicBezTo>
                  <a:cubicBezTo>
                    <a:pt x="3105" y="842"/>
                    <a:pt x="2907" y="691"/>
                    <a:pt x="2697" y="551"/>
                  </a:cubicBezTo>
                  <a:cubicBezTo>
                    <a:pt x="2451" y="364"/>
                    <a:pt x="2183" y="235"/>
                    <a:pt x="1891" y="154"/>
                  </a:cubicBezTo>
                  <a:cubicBezTo>
                    <a:pt x="1573" y="53"/>
                    <a:pt x="1242" y="1"/>
                    <a:pt x="9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1" name="Google Shape;211;p36"/>
          <p:cNvGrpSpPr/>
          <p:nvPr/>
        </p:nvGrpSpPr>
        <p:grpSpPr>
          <a:xfrm rot="2500248">
            <a:off x="647157" y="4214240"/>
            <a:ext cx="135889" cy="176679"/>
            <a:chOff x="1454525" y="4245300"/>
            <a:chExt cx="217125" cy="282300"/>
          </a:xfrm>
        </p:grpSpPr>
        <p:sp>
          <p:nvSpPr>
            <p:cNvPr id="212" name="Google Shape;212;p36"/>
            <p:cNvSpPr/>
            <p:nvPr/>
          </p:nvSpPr>
          <p:spPr>
            <a:xfrm>
              <a:off x="1454525" y="4258175"/>
              <a:ext cx="152350" cy="269425"/>
            </a:xfrm>
            <a:custGeom>
              <a:rect b="b" l="l" r="r" t="t"/>
              <a:pathLst>
                <a:path extrusionOk="0" h="10777" w="6094">
                  <a:moveTo>
                    <a:pt x="2335" y="1"/>
                  </a:moveTo>
                  <a:cubicBezTo>
                    <a:pt x="2230" y="24"/>
                    <a:pt x="2136" y="59"/>
                    <a:pt x="2055" y="94"/>
                  </a:cubicBezTo>
                  <a:cubicBezTo>
                    <a:pt x="1634" y="257"/>
                    <a:pt x="1261" y="514"/>
                    <a:pt x="957" y="841"/>
                  </a:cubicBezTo>
                  <a:cubicBezTo>
                    <a:pt x="782" y="1028"/>
                    <a:pt x="642" y="1226"/>
                    <a:pt x="514" y="1448"/>
                  </a:cubicBezTo>
                  <a:cubicBezTo>
                    <a:pt x="421" y="1623"/>
                    <a:pt x="339" y="1822"/>
                    <a:pt x="269" y="2008"/>
                  </a:cubicBezTo>
                  <a:cubicBezTo>
                    <a:pt x="210" y="2183"/>
                    <a:pt x="152" y="2359"/>
                    <a:pt x="129" y="2545"/>
                  </a:cubicBezTo>
                  <a:cubicBezTo>
                    <a:pt x="82" y="2860"/>
                    <a:pt x="47" y="3176"/>
                    <a:pt x="24" y="3491"/>
                  </a:cubicBezTo>
                  <a:cubicBezTo>
                    <a:pt x="0" y="3771"/>
                    <a:pt x="0" y="4051"/>
                    <a:pt x="0" y="4320"/>
                  </a:cubicBezTo>
                  <a:cubicBezTo>
                    <a:pt x="0" y="4541"/>
                    <a:pt x="24" y="4751"/>
                    <a:pt x="59" y="4973"/>
                  </a:cubicBezTo>
                  <a:cubicBezTo>
                    <a:pt x="94" y="5242"/>
                    <a:pt x="129" y="5522"/>
                    <a:pt x="187" y="5790"/>
                  </a:cubicBezTo>
                  <a:cubicBezTo>
                    <a:pt x="280" y="6164"/>
                    <a:pt x="386" y="6537"/>
                    <a:pt x="514" y="6899"/>
                  </a:cubicBezTo>
                  <a:cubicBezTo>
                    <a:pt x="619" y="7203"/>
                    <a:pt x="759" y="7495"/>
                    <a:pt x="911" y="7763"/>
                  </a:cubicBezTo>
                  <a:cubicBezTo>
                    <a:pt x="1063" y="8067"/>
                    <a:pt x="1249" y="8347"/>
                    <a:pt x="1436" y="8638"/>
                  </a:cubicBezTo>
                  <a:cubicBezTo>
                    <a:pt x="1541" y="8802"/>
                    <a:pt x="1646" y="8954"/>
                    <a:pt x="1775" y="9105"/>
                  </a:cubicBezTo>
                  <a:cubicBezTo>
                    <a:pt x="1973" y="9351"/>
                    <a:pt x="2195" y="9572"/>
                    <a:pt x="2393" y="9806"/>
                  </a:cubicBezTo>
                  <a:cubicBezTo>
                    <a:pt x="2603" y="10039"/>
                    <a:pt x="2860" y="10238"/>
                    <a:pt x="3140" y="10389"/>
                  </a:cubicBezTo>
                  <a:cubicBezTo>
                    <a:pt x="3269" y="10459"/>
                    <a:pt x="3397" y="10506"/>
                    <a:pt x="3525" y="10564"/>
                  </a:cubicBezTo>
                  <a:cubicBezTo>
                    <a:pt x="3858" y="10715"/>
                    <a:pt x="4210" y="10776"/>
                    <a:pt x="4572" y="10776"/>
                  </a:cubicBezTo>
                  <a:cubicBezTo>
                    <a:pt x="4605" y="10776"/>
                    <a:pt x="4637" y="10776"/>
                    <a:pt x="4669" y="10775"/>
                  </a:cubicBezTo>
                  <a:cubicBezTo>
                    <a:pt x="4891" y="10751"/>
                    <a:pt x="5113" y="10728"/>
                    <a:pt x="5335" y="10681"/>
                  </a:cubicBezTo>
                  <a:cubicBezTo>
                    <a:pt x="5673" y="10635"/>
                    <a:pt x="5953" y="10366"/>
                    <a:pt x="5988" y="10028"/>
                  </a:cubicBezTo>
                  <a:cubicBezTo>
                    <a:pt x="6070" y="9666"/>
                    <a:pt x="6093" y="9304"/>
                    <a:pt x="6070" y="8930"/>
                  </a:cubicBezTo>
                  <a:cubicBezTo>
                    <a:pt x="6058" y="8580"/>
                    <a:pt x="6000" y="8230"/>
                    <a:pt x="5883" y="7891"/>
                  </a:cubicBezTo>
                  <a:cubicBezTo>
                    <a:pt x="5743" y="7460"/>
                    <a:pt x="5522" y="7051"/>
                    <a:pt x="5253" y="6689"/>
                  </a:cubicBezTo>
                  <a:cubicBezTo>
                    <a:pt x="5031" y="6386"/>
                    <a:pt x="4774" y="6094"/>
                    <a:pt x="4483" y="5849"/>
                  </a:cubicBezTo>
                  <a:cubicBezTo>
                    <a:pt x="4086" y="5545"/>
                    <a:pt x="3724" y="5183"/>
                    <a:pt x="3420" y="4786"/>
                  </a:cubicBezTo>
                  <a:cubicBezTo>
                    <a:pt x="3199" y="4495"/>
                    <a:pt x="3000" y="4191"/>
                    <a:pt x="2825" y="3876"/>
                  </a:cubicBezTo>
                  <a:cubicBezTo>
                    <a:pt x="2650" y="3537"/>
                    <a:pt x="2533" y="3176"/>
                    <a:pt x="2487" y="2802"/>
                  </a:cubicBezTo>
                  <a:cubicBezTo>
                    <a:pt x="2440" y="2405"/>
                    <a:pt x="2393" y="2008"/>
                    <a:pt x="2370" y="1611"/>
                  </a:cubicBezTo>
                  <a:cubicBezTo>
                    <a:pt x="2347" y="1320"/>
                    <a:pt x="2382" y="1039"/>
                    <a:pt x="2382" y="748"/>
                  </a:cubicBezTo>
                  <a:cubicBezTo>
                    <a:pt x="2370" y="503"/>
                    <a:pt x="2347" y="257"/>
                    <a:pt x="2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36"/>
            <p:cNvSpPr/>
            <p:nvPr/>
          </p:nvSpPr>
          <p:spPr>
            <a:xfrm>
              <a:off x="1530400" y="4245300"/>
              <a:ext cx="141250" cy="263000"/>
            </a:xfrm>
            <a:custGeom>
              <a:rect b="b" l="l" r="r" t="t"/>
              <a:pathLst>
                <a:path extrusionOk="0" h="10520" w="5650">
                  <a:moveTo>
                    <a:pt x="913" y="1"/>
                  </a:moveTo>
                  <a:cubicBezTo>
                    <a:pt x="783" y="1"/>
                    <a:pt x="654" y="9"/>
                    <a:pt x="525" y="25"/>
                  </a:cubicBezTo>
                  <a:cubicBezTo>
                    <a:pt x="339" y="49"/>
                    <a:pt x="152" y="107"/>
                    <a:pt x="105" y="317"/>
                  </a:cubicBezTo>
                  <a:cubicBezTo>
                    <a:pt x="47" y="562"/>
                    <a:pt x="24" y="807"/>
                    <a:pt x="12" y="1053"/>
                  </a:cubicBezTo>
                  <a:cubicBezTo>
                    <a:pt x="0" y="1286"/>
                    <a:pt x="12" y="1531"/>
                    <a:pt x="35" y="1765"/>
                  </a:cubicBezTo>
                  <a:cubicBezTo>
                    <a:pt x="70" y="2103"/>
                    <a:pt x="117" y="2430"/>
                    <a:pt x="175" y="2768"/>
                  </a:cubicBezTo>
                  <a:cubicBezTo>
                    <a:pt x="210" y="2955"/>
                    <a:pt x="269" y="3130"/>
                    <a:pt x="315" y="3317"/>
                  </a:cubicBezTo>
                  <a:cubicBezTo>
                    <a:pt x="409" y="3691"/>
                    <a:pt x="561" y="4052"/>
                    <a:pt x="771" y="4379"/>
                  </a:cubicBezTo>
                  <a:cubicBezTo>
                    <a:pt x="899" y="4601"/>
                    <a:pt x="1062" y="4800"/>
                    <a:pt x="1203" y="5010"/>
                  </a:cubicBezTo>
                  <a:cubicBezTo>
                    <a:pt x="1448" y="5336"/>
                    <a:pt x="1751" y="5640"/>
                    <a:pt x="2078" y="5885"/>
                  </a:cubicBezTo>
                  <a:cubicBezTo>
                    <a:pt x="2230" y="6014"/>
                    <a:pt x="2416" y="6095"/>
                    <a:pt x="2557" y="6224"/>
                  </a:cubicBezTo>
                  <a:cubicBezTo>
                    <a:pt x="2825" y="6445"/>
                    <a:pt x="3058" y="6702"/>
                    <a:pt x="3257" y="6994"/>
                  </a:cubicBezTo>
                  <a:cubicBezTo>
                    <a:pt x="3420" y="7251"/>
                    <a:pt x="3549" y="7543"/>
                    <a:pt x="3630" y="7834"/>
                  </a:cubicBezTo>
                  <a:cubicBezTo>
                    <a:pt x="3747" y="8231"/>
                    <a:pt x="3794" y="8628"/>
                    <a:pt x="3782" y="9025"/>
                  </a:cubicBezTo>
                  <a:cubicBezTo>
                    <a:pt x="3771" y="9329"/>
                    <a:pt x="3771" y="9632"/>
                    <a:pt x="3771" y="9936"/>
                  </a:cubicBezTo>
                  <a:lnTo>
                    <a:pt x="3771" y="10484"/>
                  </a:lnTo>
                  <a:lnTo>
                    <a:pt x="3817" y="10519"/>
                  </a:lnTo>
                  <a:cubicBezTo>
                    <a:pt x="3969" y="10391"/>
                    <a:pt x="4132" y="10286"/>
                    <a:pt x="4284" y="10157"/>
                  </a:cubicBezTo>
                  <a:cubicBezTo>
                    <a:pt x="4704" y="9819"/>
                    <a:pt x="5020" y="9375"/>
                    <a:pt x="5218" y="8885"/>
                  </a:cubicBezTo>
                  <a:cubicBezTo>
                    <a:pt x="5358" y="8547"/>
                    <a:pt x="5463" y="8196"/>
                    <a:pt x="5510" y="7834"/>
                  </a:cubicBezTo>
                  <a:cubicBezTo>
                    <a:pt x="5545" y="7601"/>
                    <a:pt x="5568" y="7368"/>
                    <a:pt x="5591" y="7134"/>
                  </a:cubicBezTo>
                  <a:cubicBezTo>
                    <a:pt x="5615" y="6842"/>
                    <a:pt x="5650" y="6550"/>
                    <a:pt x="5650" y="6259"/>
                  </a:cubicBezTo>
                  <a:cubicBezTo>
                    <a:pt x="5650" y="6037"/>
                    <a:pt x="5638" y="5827"/>
                    <a:pt x="5603" y="5605"/>
                  </a:cubicBezTo>
                  <a:cubicBezTo>
                    <a:pt x="5591" y="5336"/>
                    <a:pt x="5545" y="5068"/>
                    <a:pt x="5498" y="4800"/>
                  </a:cubicBezTo>
                  <a:cubicBezTo>
                    <a:pt x="5405" y="4426"/>
                    <a:pt x="5276" y="4064"/>
                    <a:pt x="5160" y="3714"/>
                  </a:cubicBezTo>
                  <a:cubicBezTo>
                    <a:pt x="4949" y="3142"/>
                    <a:pt x="4658" y="2617"/>
                    <a:pt x="4284" y="2150"/>
                  </a:cubicBezTo>
                  <a:cubicBezTo>
                    <a:pt x="3969" y="1753"/>
                    <a:pt x="3630" y="1368"/>
                    <a:pt x="3280" y="1018"/>
                  </a:cubicBezTo>
                  <a:cubicBezTo>
                    <a:pt x="3105" y="842"/>
                    <a:pt x="2907" y="691"/>
                    <a:pt x="2697" y="551"/>
                  </a:cubicBezTo>
                  <a:cubicBezTo>
                    <a:pt x="2451" y="364"/>
                    <a:pt x="2183" y="235"/>
                    <a:pt x="1891" y="154"/>
                  </a:cubicBezTo>
                  <a:cubicBezTo>
                    <a:pt x="1573" y="53"/>
                    <a:pt x="1242" y="1"/>
                    <a:pt x="9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24.xml"/><Relationship Id="rId24" Type="http://schemas.openxmlformats.org/officeDocument/2006/relationships/theme" Target="../theme/theme3.xml"/><Relationship Id="rId12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0.xml"/><Relationship Id="rId6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Yusei Magic"/>
              <a:buNone/>
              <a:defRPr b="0" i="0" sz="2300" u="none" cap="none" strike="noStrik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aleway"/>
              <a:buNone/>
              <a:defRPr b="1" i="0" sz="23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aleway"/>
              <a:buNone/>
              <a:defRPr b="1" i="0" sz="23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aleway"/>
              <a:buNone/>
              <a:defRPr b="1" i="0" sz="23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aleway"/>
              <a:buNone/>
              <a:defRPr b="1" i="0" sz="23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aleway"/>
              <a:buNone/>
              <a:defRPr b="1" i="0" sz="23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aleway"/>
              <a:buNone/>
              <a:defRPr b="1" i="0" sz="23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aleway"/>
              <a:buNone/>
              <a:defRPr b="1" i="0" sz="23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aleway"/>
              <a:buNone/>
              <a:defRPr b="1" i="0" sz="23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DM Sans Medium"/>
              <a:buChar char="●"/>
              <a:defRPr b="0" i="0" sz="900" u="none" cap="none" strike="noStrike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285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DM Sans Medium"/>
              <a:buChar char="○"/>
              <a:defRPr b="0" i="0" sz="900" u="none" cap="none" strike="noStrike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DM Sans Medium"/>
              <a:buChar char="■"/>
              <a:defRPr b="0" i="0" sz="900" u="none" cap="none" strike="noStrike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857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DM Sans Medium"/>
              <a:buChar char="●"/>
              <a:defRPr b="0" i="0" sz="900" u="none" cap="none" strike="noStrike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857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DM Sans Medium"/>
              <a:buChar char="○"/>
              <a:defRPr b="0" i="0" sz="900" u="none" cap="none" strike="noStrike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857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DM Sans Medium"/>
              <a:buChar char="■"/>
              <a:defRPr b="0" i="0" sz="900" u="none" cap="none" strike="noStrike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857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DM Sans Medium"/>
              <a:buChar char="●"/>
              <a:defRPr b="0" i="0" sz="900" u="none" cap="none" strike="noStrike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857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DM Sans Medium"/>
              <a:buChar char="○"/>
              <a:defRPr b="0" i="0" sz="900" u="none" cap="none" strike="noStrike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857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DM Sans Medium"/>
              <a:buChar char="■"/>
              <a:defRPr b="0" i="0" sz="900" u="none" cap="none" strike="noStrike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hyperlink" Target="https://github.com/andreasranzmaier/TIS3-Fitzgerald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7"/>
          <p:cNvSpPr txBox="1"/>
          <p:nvPr>
            <p:ph type="ctrTitle"/>
          </p:nvPr>
        </p:nvSpPr>
        <p:spPr>
          <a:xfrm>
            <a:off x="1216825" y="1142075"/>
            <a:ext cx="6531000" cy="20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900"/>
              <a:buNone/>
            </a:pPr>
            <a:r>
              <a:rPr lang="en-GB" sz="4100"/>
              <a:t>Coffee, Tee, Mate and Seasoning Import and Export Austria Prediction</a:t>
            </a:r>
            <a:endParaRPr/>
          </a:p>
        </p:txBody>
      </p:sp>
      <p:sp>
        <p:nvSpPr>
          <p:cNvPr id="220" name="Google Shape;220;p37"/>
          <p:cNvSpPr txBox="1"/>
          <p:nvPr>
            <p:ph idx="1" type="subTitle"/>
          </p:nvPr>
        </p:nvSpPr>
        <p:spPr>
          <a:xfrm>
            <a:off x="1216825" y="4001425"/>
            <a:ext cx="65310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2286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GB" sz="1400"/>
              <a:t>Andreas Ranzmaier and Lea Treml</a:t>
            </a:r>
            <a:endParaRPr/>
          </a:p>
          <a:p>
            <a:pPr indent="-2286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/>
          </a:p>
        </p:txBody>
      </p:sp>
      <p:sp>
        <p:nvSpPr>
          <p:cNvPr id="221" name="Google Shape;221;p37"/>
          <p:cNvSpPr/>
          <p:nvPr/>
        </p:nvSpPr>
        <p:spPr>
          <a:xfrm>
            <a:off x="-144379" y="4023083"/>
            <a:ext cx="2021306" cy="1188349"/>
          </a:xfrm>
          <a:custGeom>
            <a:rect b="b" l="l" r="r" t="t"/>
            <a:pathLst>
              <a:path extrusionOk="0" h="53952" w="92297">
                <a:moveTo>
                  <a:pt x="38287" y="1"/>
                </a:moveTo>
                <a:cubicBezTo>
                  <a:pt x="37676" y="1"/>
                  <a:pt x="37064" y="10"/>
                  <a:pt x="36454" y="35"/>
                </a:cubicBezTo>
                <a:cubicBezTo>
                  <a:pt x="34843" y="117"/>
                  <a:pt x="33232" y="292"/>
                  <a:pt x="31645" y="584"/>
                </a:cubicBezTo>
                <a:cubicBezTo>
                  <a:pt x="29766" y="899"/>
                  <a:pt x="27898" y="1307"/>
                  <a:pt x="26042" y="1774"/>
                </a:cubicBezTo>
                <a:cubicBezTo>
                  <a:pt x="23976" y="2300"/>
                  <a:pt x="21980" y="3058"/>
                  <a:pt x="20019" y="3899"/>
                </a:cubicBezTo>
                <a:cubicBezTo>
                  <a:pt x="17462" y="4984"/>
                  <a:pt x="15000" y="6257"/>
                  <a:pt x="12700" y="7821"/>
                </a:cubicBezTo>
                <a:cubicBezTo>
                  <a:pt x="10972" y="8988"/>
                  <a:pt x="9280" y="10225"/>
                  <a:pt x="7692" y="11556"/>
                </a:cubicBezTo>
                <a:cubicBezTo>
                  <a:pt x="6198" y="12817"/>
                  <a:pt x="4786" y="14159"/>
                  <a:pt x="3455" y="15583"/>
                </a:cubicBezTo>
                <a:cubicBezTo>
                  <a:pt x="2276" y="16821"/>
                  <a:pt x="1237" y="18198"/>
                  <a:pt x="152" y="19517"/>
                </a:cubicBezTo>
                <a:cubicBezTo>
                  <a:pt x="47" y="19692"/>
                  <a:pt x="0" y="19891"/>
                  <a:pt x="12" y="20089"/>
                </a:cubicBezTo>
                <a:lnTo>
                  <a:pt x="12" y="43119"/>
                </a:lnTo>
                <a:lnTo>
                  <a:pt x="12" y="53952"/>
                </a:lnTo>
                <a:lnTo>
                  <a:pt x="92227" y="53952"/>
                </a:lnTo>
                <a:cubicBezTo>
                  <a:pt x="92262" y="53928"/>
                  <a:pt x="92273" y="53847"/>
                  <a:pt x="92297" y="53800"/>
                </a:cubicBezTo>
                <a:lnTo>
                  <a:pt x="87919" y="53788"/>
                </a:lnTo>
                <a:cubicBezTo>
                  <a:pt x="87966" y="53170"/>
                  <a:pt x="88036" y="52574"/>
                  <a:pt x="88048" y="51979"/>
                </a:cubicBezTo>
                <a:cubicBezTo>
                  <a:pt x="88094" y="50263"/>
                  <a:pt x="88153" y="48547"/>
                  <a:pt x="88129" y="46820"/>
                </a:cubicBezTo>
                <a:cubicBezTo>
                  <a:pt x="88094" y="45617"/>
                  <a:pt x="88001" y="44415"/>
                  <a:pt x="87849" y="43224"/>
                </a:cubicBezTo>
                <a:cubicBezTo>
                  <a:pt x="87557" y="40820"/>
                  <a:pt x="87172" y="38427"/>
                  <a:pt x="86472" y="36116"/>
                </a:cubicBezTo>
                <a:cubicBezTo>
                  <a:pt x="85900" y="34260"/>
                  <a:pt x="85316" y="32392"/>
                  <a:pt x="84628" y="30571"/>
                </a:cubicBezTo>
                <a:cubicBezTo>
                  <a:pt x="83659" y="28096"/>
                  <a:pt x="82468" y="25704"/>
                  <a:pt x="81067" y="23451"/>
                </a:cubicBezTo>
                <a:cubicBezTo>
                  <a:pt x="79632" y="21081"/>
                  <a:pt x="77997" y="18852"/>
                  <a:pt x="76176" y="16786"/>
                </a:cubicBezTo>
                <a:cubicBezTo>
                  <a:pt x="75336" y="15840"/>
                  <a:pt x="74484" y="14883"/>
                  <a:pt x="73585" y="13996"/>
                </a:cubicBezTo>
                <a:cubicBezTo>
                  <a:pt x="69710" y="10179"/>
                  <a:pt x="65239" y="7039"/>
                  <a:pt x="60348" y="4693"/>
                </a:cubicBezTo>
                <a:cubicBezTo>
                  <a:pt x="58422" y="3759"/>
                  <a:pt x="56438" y="2977"/>
                  <a:pt x="54395" y="2358"/>
                </a:cubicBezTo>
                <a:cubicBezTo>
                  <a:pt x="52609" y="1821"/>
                  <a:pt x="50812" y="1342"/>
                  <a:pt x="48991" y="922"/>
                </a:cubicBezTo>
                <a:cubicBezTo>
                  <a:pt x="47905" y="677"/>
                  <a:pt x="46796" y="502"/>
                  <a:pt x="45687" y="385"/>
                </a:cubicBezTo>
                <a:cubicBezTo>
                  <a:pt x="44637" y="245"/>
                  <a:pt x="43586" y="128"/>
                  <a:pt x="42524" y="93"/>
                </a:cubicBezTo>
                <a:cubicBezTo>
                  <a:pt x="41115" y="53"/>
                  <a:pt x="39700" y="1"/>
                  <a:pt x="3828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7"/>
          <p:cNvSpPr/>
          <p:nvPr/>
        </p:nvSpPr>
        <p:spPr>
          <a:xfrm rot="5400000">
            <a:off x="-634332" y="3802512"/>
            <a:ext cx="2028288" cy="1216825"/>
          </a:xfrm>
          <a:custGeom>
            <a:rect b="b" l="l" r="r" t="t"/>
            <a:pathLst>
              <a:path extrusionOk="0" h="41223" w="83064">
                <a:moveTo>
                  <a:pt x="1958" y="1"/>
                </a:moveTo>
                <a:cubicBezTo>
                  <a:pt x="1411" y="1"/>
                  <a:pt x="865" y="223"/>
                  <a:pt x="467" y="671"/>
                </a:cubicBezTo>
                <a:cubicBezTo>
                  <a:pt x="23" y="1185"/>
                  <a:pt x="0" y="1780"/>
                  <a:pt x="58" y="2387"/>
                </a:cubicBezTo>
                <a:cubicBezTo>
                  <a:pt x="175" y="3391"/>
                  <a:pt x="665" y="4255"/>
                  <a:pt x="1191" y="5095"/>
                </a:cubicBezTo>
                <a:cubicBezTo>
                  <a:pt x="2533" y="7197"/>
                  <a:pt x="4121" y="9146"/>
                  <a:pt x="5906" y="10897"/>
                </a:cubicBezTo>
                <a:cubicBezTo>
                  <a:pt x="6840" y="11819"/>
                  <a:pt x="7832" y="12683"/>
                  <a:pt x="8825" y="13547"/>
                </a:cubicBezTo>
                <a:cubicBezTo>
                  <a:pt x="10821" y="15227"/>
                  <a:pt x="12933" y="16780"/>
                  <a:pt x="15140" y="18181"/>
                </a:cubicBezTo>
                <a:cubicBezTo>
                  <a:pt x="17719" y="19838"/>
                  <a:pt x="20451" y="21216"/>
                  <a:pt x="23171" y="22605"/>
                </a:cubicBezTo>
                <a:cubicBezTo>
                  <a:pt x="24968" y="23538"/>
                  <a:pt x="26766" y="24461"/>
                  <a:pt x="28540" y="25429"/>
                </a:cubicBezTo>
                <a:cubicBezTo>
                  <a:pt x="29112" y="25745"/>
                  <a:pt x="29602" y="26176"/>
                  <a:pt x="30081" y="26620"/>
                </a:cubicBezTo>
                <a:cubicBezTo>
                  <a:pt x="30221" y="26783"/>
                  <a:pt x="30268" y="27017"/>
                  <a:pt x="30209" y="27227"/>
                </a:cubicBezTo>
                <a:cubicBezTo>
                  <a:pt x="30127" y="27402"/>
                  <a:pt x="29859" y="27542"/>
                  <a:pt x="29649" y="27589"/>
                </a:cubicBezTo>
                <a:cubicBezTo>
                  <a:pt x="29582" y="27596"/>
                  <a:pt x="29514" y="27600"/>
                  <a:pt x="29445" y="27600"/>
                </a:cubicBezTo>
                <a:cubicBezTo>
                  <a:pt x="29287" y="27600"/>
                  <a:pt x="29127" y="27579"/>
                  <a:pt x="28972" y="27531"/>
                </a:cubicBezTo>
                <a:cubicBezTo>
                  <a:pt x="28575" y="27437"/>
                  <a:pt x="28190" y="27297"/>
                  <a:pt x="27793" y="27204"/>
                </a:cubicBezTo>
                <a:cubicBezTo>
                  <a:pt x="27428" y="27131"/>
                  <a:pt x="27068" y="27029"/>
                  <a:pt x="26695" y="27029"/>
                </a:cubicBezTo>
                <a:cubicBezTo>
                  <a:pt x="26531" y="27029"/>
                  <a:pt x="26364" y="27049"/>
                  <a:pt x="26194" y="27099"/>
                </a:cubicBezTo>
                <a:cubicBezTo>
                  <a:pt x="25598" y="27285"/>
                  <a:pt x="25237" y="27752"/>
                  <a:pt x="25435" y="28336"/>
                </a:cubicBezTo>
                <a:cubicBezTo>
                  <a:pt x="25587" y="28756"/>
                  <a:pt x="25820" y="29141"/>
                  <a:pt x="26124" y="29468"/>
                </a:cubicBezTo>
                <a:cubicBezTo>
                  <a:pt x="27279" y="30659"/>
                  <a:pt x="28703" y="31453"/>
                  <a:pt x="30268" y="31955"/>
                </a:cubicBezTo>
                <a:cubicBezTo>
                  <a:pt x="32240" y="32597"/>
                  <a:pt x="34260" y="33122"/>
                  <a:pt x="36256" y="33717"/>
                </a:cubicBezTo>
                <a:cubicBezTo>
                  <a:pt x="37108" y="33974"/>
                  <a:pt x="37948" y="34277"/>
                  <a:pt x="38684" y="34814"/>
                </a:cubicBezTo>
                <a:cubicBezTo>
                  <a:pt x="39174" y="35188"/>
                  <a:pt x="39197" y="35772"/>
                  <a:pt x="38684" y="36110"/>
                </a:cubicBezTo>
                <a:cubicBezTo>
                  <a:pt x="38322" y="36344"/>
                  <a:pt x="37925" y="36519"/>
                  <a:pt x="37505" y="36624"/>
                </a:cubicBezTo>
                <a:cubicBezTo>
                  <a:pt x="36862" y="36788"/>
                  <a:pt x="36214" y="36848"/>
                  <a:pt x="35560" y="36848"/>
                </a:cubicBezTo>
                <a:cubicBezTo>
                  <a:pt x="35241" y="36848"/>
                  <a:pt x="34920" y="36833"/>
                  <a:pt x="34598" y="36810"/>
                </a:cubicBezTo>
                <a:cubicBezTo>
                  <a:pt x="33081" y="36717"/>
                  <a:pt x="31587" y="36425"/>
                  <a:pt x="30139" y="35947"/>
                </a:cubicBezTo>
                <a:cubicBezTo>
                  <a:pt x="27921" y="35188"/>
                  <a:pt x="25703" y="34406"/>
                  <a:pt x="23521" y="33542"/>
                </a:cubicBezTo>
                <a:cubicBezTo>
                  <a:pt x="21922" y="32912"/>
                  <a:pt x="20381" y="32141"/>
                  <a:pt x="18828" y="31406"/>
                </a:cubicBezTo>
                <a:cubicBezTo>
                  <a:pt x="18268" y="31149"/>
                  <a:pt x="17766" y="30787"/>
                  <a:pt x="17194" y="30589"/>
                </a:cubicBezTo>
                <a:cubicBezTo>
                  <a:pt x="16991" y="30519"/>
                  <a:pt x="16792" y="30485"/>
                  <a:pt x="16606" y="30485"/>
                </a:cubicBezTo>
                <a:cubicBezTo>
                  <a:pt x="15895" y="30485"/>
                  <a:pt x="15362" y="30982"/>
                  <a:pt x="15408" y="31861"/>
                </a:cubicBezTo>
                <a:cubicBezTo>
                  <a:pt x="15420" y="32176"/>
                  <a:pt x="15502" y="32503"/>
                  <a:pt x="15642" y="32795"/>
                </a:cubicBezTo>
                <a:cubicBezTo>
                  <a:pt x="16062" y="33740"/>
                  <a:pt x="16809" y="34429"/>
                  <a:pt x="17673" y="34943"/>
                </a:cubicBezTo>
                <a:cubicBezTo>
                  <a:pt x="18758" y="35608"/>
                  <a:pt x="19890" y="36215"/>
                  <a:pt x="21034" y="36775"/>
                </a:cubicBezTo>
                <a:cubicBezTo>
                  <a:pt x="23439" y="37931"/>
                  <a:pt x="25937" y="38853"/>
                  <a:pt x="28517" y="39530"/>
                </a:cubicBezTo>
                <a:cubicBezTo>
                  <a:pt x="30513" y="40067"/>
                  <a:pt x="32544" y="40487"/>
                  <a:pt x="34563" y="40919"/>
                </a:cubicBezTo>
                <a:cubicBezTo>
                  <a:pt x="35287" y="41094"/>
                  <a:pt x="36034" y="41199"/>
                  <a:pt x="36781" y="41211"/>
                </a:cubicBezTo>
                <a:cubicBezTo>
                  <a:pt x="52072" y="41223"/>
                  <a:pt x="67375" y="41223"/>
                  <a:pt x="82667" y="41223"/>
                </a:cubicBezTo>
                <a:lnTo>
                  <a:pt x="83063" y="41223"/>
                </a:lnTo>
                <a:lnTo>
                  <a:pt x="83063" y="13967"/>
                </a:lnTo>
                <a:cubicBezTo>
                  <a:pt x="81908" y="14200"/>
                  <a:pt x="80799" y="14375"/>
                  <a:pt x="79690" y="14644"/>
                </a:cubicBezTo>
                <a:cubicBezTo>
                  <a:pt x="77846" y="15076"/>
                  <a:pt x="76013" y="15531"/>
                  <a:pt x="74192" y="16033"/>
                </a:cubicBezTo>
                <a:cubicBezTo>
                  <a:pt x="72219" y="16558"/>
                  <a:pt x="70247" y="17130"/>
                  <a:pt x="68286" y="17702"/>
                </a:cubicBezTo>
                <a:cubicBezTo>
                  <a:pt x="66430" y="18251"/>
                  <a:pt x="64585" y="18846"/>
                  <a:pt x="62730" y="19383"/>
                </a:cubicBezTo>
                <a:cubicBezTo>
                  <a:pt x="60920" y="19920"/>
                  <a:pt x="59088" y="20410"/>
                  <a:pt x="57278" y="20924"/>
                </a:cubicBezTo>
                <a:cubicBezTo>
                  <a:pt x="55796" y="21344"/>
                  <a:pt x="54278" y="21577"/>
                  <a:pt x="52749" y="21589"/>
                </a:cubicBezTo>
                <a:cubicBezTo>
                  <a:pt x="52598" y="21593"/>
                  <a:pt x="52446" y="21594"/>
                  <a:pt x="52295" y="21594"/>
                </a:cubicBezTo>
                <a:cubicBezTo>
                  <a:pt x="50941" y="21594"/>
                  <a:pt x="49588" y="21455"/>
                  <a:pt x="48255" y="21192"/>
                </a:cubicBezTo>
                <a:cubicBezTo>
                  <a:pt x="46703" y="20877"/>
                  <a:pt x="45150" y="20527"/>
                  <a:pt x="43598" y="20188"/>
                </a:cubicBezTo>
                <a:cubicBezTo>
                  <a:pt x="42839" y="20025"/>
                  <a:pt x="42080" y="19815"/>
                  <a:pt x="41310" y="19721"/>
                </a:cubicBezTo>
                <a:cubicBezTo>
                  <a:pt x="41236" y="19713"/>
                  <a:pt x="41162" y="19709"/>
                  <a:pt x="41090" y="19709"/>
                </a:cubicBezTo>
                <a:cubicBezTo>
                  <a:pt x="40278" y="19709"/>
                  <a:pt x="39629" y="20244"/>
                  <a:pt x="39758" y="21134"/>
                </a:cubicBezTo>
                <a:cubicBezTo>
                  <a:pt x="39851" y="21647"/>
                  <a:pt x="40213" y="21928"/>
                  <a:pt x="40633" y="22173"/>
                </a:cubicBezTo>
                <a:cubicBezTo>
                  <a:pt x="41088" y="22395"/>
                  <a:pt x="41520" y="22663"/>
                  <a:pt x="41929" y="22955"/>
                </a:cubicBezTo>
                <a:cubicBezTo>
                  <a:pt x="42255" y="23223"/>
                  <a:pt x="42255" y="23620"/>
                  <a:pt x="41929" y="23889"/>
                </a:cubicBezTo>
                <a:cubicBezTo>
                  <a:pt x="41532" y="24215"/>
                  <a:pt x="41088" y="24484"/>
                  <a:pt x="40610" y="24671"/>
                </a:cubicBezTo>
                <a:cubicBezTo>
                  <a:pt x="39805" y="24960"/>
                  <a:pt x="38980" y="25081"/>
                  <a:pt x="38137" y="25081"/>
                </a:cubicBezTo>
                <a:cubicBezTo>
                  <a:pt x="37720" y="25081"/>
                  <a:pt x="37299" y="25052"/>
                  <a:pt x="36874" y="24998"/>
                </a:cubicBezTo>
                <a:cubicBezTo>
                  <a:pt x="35812" y="24869"/>
                  <a:pt x="34762" y="24706"/>
                  <a:pt x="33793" y="24286"/>
                </a:cubicBezTo>
                <a:cubicBezTo>
                  <a:pt x="31295" y="23223"/>
                  <a:pt x="28820" y="22138"/>
                  <a:pt x="26392" y="20947"/>
                </a:cubicBezTo>
                <a:cubicBezTo>
                  <a:pt x="24606" y="20083"/>
                  <a:pt x="22879" y="19091"/>
                  <a:pt x="21174" y="18064"/>
                </a:cubicBezTo>
                <a:cubicBezTo>
                  <a:pt x="18070" y="16208"/>
                  <a:pt x="15210" y="13990"/>
                  <a:pt x="12630" y="11457"/>
                </a:cubicBezTo>
                <a:cubicBezTo>
                  <a:pt x="11533" y="10383"/>
                  <a:pt x="10471" y="9274"/>
                  <a:pt x="9455" y="8119"/>
                </a:cubicBezTo>
                <a:cubicBezTo>
                  <a:pt x="8229" y="6753"/>
                  <a:pt x="7062" y="5341"/>
                  <a:pt x="5918" y="3916"/>
                </a:cubicBezTo>
                <a:cubicBezTo>
                  <a:pt x="5089" y="2889"/>
                  <a:pt x="4354" y="1792"/>
                  <a:pt x="3549" y="776"/>
                </a:cubicBezTo>
                <a:cubicBezTo>
                  <a:pt x="3142" y="261"/>
                  <a:pt x="2550" y="1"/>
                  <a:pt x="195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7"/>
          <p:cNvSpPr/>
          <p:nvPr/>
        </p:nvSpPr>
        <p:spPr>
          <a:xfrm flipH="1">
            <a:off x="5630779" y="-127933"/>
            <a:ext cx="3621505" cy="1270009"/>
          </a:xfrm>
          <a:custGeom>
            <a:rect b="b" l="l" r="r" t="t"/>
            <a:pathLst>
              <a:path extrusionOk="0" h="24479" w="81138">
                <a:moveTo>
                  <a:pt x="0" y="1"/>
                </a:moveTo>
                <a:lnTo>
                  <a:pt x="0" y="24479"/>
                </a:lnTo>
                <a:cubicBezTo>
                  <a:pt x="444" y="24199"/>
                  <a:pt x="876" y="23918"/>
                  <a:pt x="1319" y="23650"/>
                </a:cubicBezTo>
                <a:cubicBezTo>
                  <a:pt x="3327" y="22389"/>
                  <a:pt x="5603" y="21619"/>
                  <a:pt x="7973" y="21420"/>
                </a:cubicBezTo>
                <a:cubicBezTo>
                  <a:pt x="8378" y="21385"/>
                  <a:pt x="8783" y="21368"/>
                  <a:pt x="9188" y="21368"/>
                </a:cubicBezTo>
                <a:cubicBezTo>
                  <a:pt x="10135" y="21368"/>
                  <a:pt x="11079" y="21462"/>
                  <a:pt x="12011" y="21642"/>
                </a:cubicBezTo>
                <a:cubicBezTo>
                  <a:pt x="13949" y="22027"/>
                  <a:pt x="15899" y="22413"/>
                  <a:pt x="17813" y="22891"/>
                </a:cubicBezTo>
                <a:cubicBezTo>
                  <a:pt x="20241" y="23498"/>
                  <a:pt x="22680" y="24058"/>
                  <a:pt x="25190" y="24257"/>
                </a:cubicBezTo>
                <a:cubicBezTo>
                  <a:pt x="25656" y="24288"/>
                  <a:pt x="26122" y="24303"/>
                  <a:pt x="26587" y="24303"/>
                </a:cubicBezTo>
                <a:cubicBezTo>
                  <a:pt x="29645" y="24303"/>
                  <a:pt x="32678" y="23641"/>
                  <a:pt x="35474" y="22354"/>
                </a:cubicBezTo>
                <a:cubicBezTo>
                  <a:pt x="38053" y="21152"/>
                  <a:pt x="40458" y="19588"/>
                  <a:pt x="42606" y="17720"/>
                </a:cubicBezTo>
                <a:cubicBezTo>
                  <a:pt x="44147" y="16401"/>
                  <a:pt x="45594" y="14977"/>
                  <a:pt x="47135" y="13670"/>
                </a:cubicBezTo>
                <a:cubicBezTo>
                  <a:pt x="48641" y="12386"/>
                  <a:pt x="50193" y="11148"/>
                  <a:pt x="51781" y="9981"/>
                </a:cubicBezTo>
                <a:cubicBezTo>
                  <a:pt x="53893" y="8452"/>
                  <a:pt x="56100" y="7063"/>
                  <a:pt x="58399" y="5849"/>
                </a:cubicBezTo>
                <a:cubicBezTo>
                  <a:pt x="60897" y="4483"/>
                  <a:pt x="63477" y="3281"/>
                  <a:pt x="66138" y="2265"/>
                </a:cubicBezTo>
                <a:cubicBezTo>
                  <a:pt x="67749" y="1647"/>
                  <a:pt x="69395" y="1098"/>
                  <a:pt x="71041" y="549"/>
                </a:cubicBezTo>
                <a:cubicBezTo>
                  <a:pt x="71543" y="374"/>
                  <a:pt x="72080" y="164"/>
                  <a:pt x="72605" y="164"/>
                </a:cubicBezTo>
                <a:cubicBezTo>
                  <a:pt x="73825" y="149"/>
                  <a:pt x="75044" y="145"/>
                  <a:pt x="76262" y="145"/>
                </a:cubicBezTo>
                <a:cubicBezTo>
                  <a:pt x="77886" y="145"/>
                  <a:pt x="79510" y="153"/>
                  <a:pt x="81138" y="153"/>
                </a:cubicBezTo>
                <a:lnTo>
                  <a:pt x="8113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7"/>
          <p:cNvSpPr/>
          <p:nvPr/>
        </p:nvSpPr>
        <p:spPr>
          <a:xfrm rot="-1826383">
            <a:off x="-183881" y="-670455"/>
            <a:ext cx="2100309" cy="1907270"/>
          </a:xfrm>
          <a:custGeom>
            <a:rect b="b" l="l" r="r" t="t"/>
            <a:pathLst>
              <a:path extrusionOk="0" h="35183" w="57186">
                <a:moveTo>
                  <a:pt x="12829" y="1"/>
                </a:moveTo>
                <a:cubicBezTo>
                  <a:pt x="11872" y="71"/>
                  <a:pt x="10646" y="141"/>
                  <a:pt x="9409" y="257"/>
                </a:cubicBezTo>
                <a:cubicBezTo>
                  <a:pt x="7856" y="397"/>
                  <a:pt x="6350" y="818"/>
                  <a:pt x="4950" y="1506"/>
                </a:cubicBezTo>
                <a:cubicBezTo>
                  <a:pt x="3129" y="2417"/>
                  <a:pt x="1728" y="3748"/>
                  <a:pt x="911" y="5627"/>
                </a:cubicBezTo>
                <a:cubicBezTo>
                  <a:pt x="257" y="7156"/>
                  <a:pt x="0" y="8814"/>
                  <a:pt x="175" y="10471"/>
                </a:cubicBezTo>
                <a:cubicBezTo>
                  <a:pt x="292" y="11907"/>
                  <a:pt x="701" y="13319"/>
                  <a:pt x="1378" y="14592"/>
                </a:cubicBezTo>
                <a:cubicBezTo>
                  <a:pt x="1751" y="15339"/>
                  <a:pt x="2277" y="15981"/>
                  <a:pt x="2930" y="16494"/>
                </a:cubicBezTo>
                <a:cubicBezTo>
                  <a:pt x="4031" y="17306"/>
                  <a:pt x="5364" y="17747"/>
                  <a:pt x="6728" y="17747"/>
                </a:cubicBezTo>
                <a:cubicBezTo>
                  <a:pt x="6797" y="17747"/>
                  <a:pt x="6865" y="17745"/>
                  <a:pt x="6934" y="17743"/>
                </a:cubicBezTo>
                <a:cubicBezTo>
                  <a:pt x="7880" y="17720"/>
                  <a:pt x="8825" y="17486"/>
                  <a:pt x="9759" y="17346"/>
                </a:cubicBezTo>
                <a:cubicBezTo>
                  <a:pt x="10774" y="17183"/>
                  <a:pt x="11802" y="16926"/>
                  <a:pt x="12817" y="16844"/>
                </a:cubicBezTo>
                <a:cubicBezTo>
                  <a:pt x="13199" y="16810"/>
                  <a:pt x="13579" y="16794"/>
                  <a:pt x="13957" y="16794"/>
                </a:cubicBezTo>
                <a:cubicBezTo>
                  <a:pt x="15522" y="16794"/>
                  <a:pt x="17058" y="17075"/>
                  <a:pt x="18572" y="17545"/>
                </a:cubicBezTo>
                <a:cubicBezTo>
                  <a:pt x="20544" y="18152"/>
                  <a:pt x="22389" y="18981"/>
                  <a:pt x="23965" y="20346"/>
                </a:cubicBezTo>
                <a:cubicBezTo>
                  <a:pt x="25109" y="21338"/>
                  <a:pt x="26217" y="22377"/>
                  <a:pt x="27315" y="23440"/>
                </a:cubicBezTo>
                <a:cubicBezTo>
                  <a:pt x="28003" y="24105"/>
                  <a:pt x="28645" y="24817"/>
                  <a:pt x="29252" y="25552"/>
                </a:cubicBezTo>
                <a:cubicBezTo>
                  <a:pt x="29964" y="26404"/>
                  <a:pt x="30816" y="27035"/>
                  <a:pt x="31890" y="27292"/>
                </a:cubicBezTo>
                <a:cubicBezTo>
                  <a:pt x="32087" y="27337"/>
                  <a:pt x="32281" y="27365"/>
                  <a:pt x="32463" y="27365"/>
                </a:cubicBezTo>
                <a:cubicBezTo>
                  <a:pt x="33069" y="27365"/>
                  <a:pt x="33540" y="27056"/>
                  <a:pt x="33513" y="26078"/>
                </a:cubicBezTo>
                <a:cubicBezTo>
                  <a:pt x="33501" y="25482"/>
                  <a:pt x="33338" y="24887"/>
                  <a:pt x="33279" y="24292"/>
                </a:cubicBezTo>
                <a:cubicBezTo>
                  <a:pt x="33198" y="23603"/>
                  <a:pt x="33174" y="22914"/>
                  <a:pt x="33198" y="22226"/>
                </a:cubicBezTo>
                <a:cubicBezTo>
                  <a:pt x="33247" y="21648"/>
                  <a:pt x="33545" y="21325"/>
                  <a:pt x="33962" y="21325"/>
                </a:cubicBezTo>
                <a:cubicBezTo>
                  <a:pt x="34144" y="21325"/>
                  <a:pt x="34348" y="21386"/>
                  <a:pt x="34563" y="21514"/>
                </a:cubicBezTo>
                <a:cubicBezTo>
                  <a:pt x="35159" y="21852"/>
                  <a:pt x="35707" y="22261"/>
                  <a:pt x="36221" y="22728"/>
                </a:cubicBezTo>
                <a:cubicBezTo>
                  <a:pt x="37365" y="23848"/>
                  <a:pt x="38357" y="25120"/>
                  <a:pt x="39186" y="26498"/>
                </a:cubicBezTo>
                <a:cubicBezTo>
                  <a:pt x="40073" y="27934"/>
                  <a:pt x="40890" y="29439"/>
                  <a:pt x="41754" y="30898"/>
                </a:cubicBezTo>
                <a:cubicBezTo>
                  <a:pt x="42513" y="32206"/>
                  <a:pt x="43330" y="33478"/>
                  <a:pt x="44462" y="34505"/>
                </a:cubicBezTo>
                <a:cubicBezTo>
                  <a:pt x="44754" y="34762"/>
                  <a:pt x="45104" y="34972"/>
                  <a:pt x="45466" y="35112"/>
                </a:cubicBezTo>
                <a:cubicBezTo>
                  <a:pt x="45587" y="35160"/>
                  <a:pt x="45698" y="35183"/>
                  <a:pt x="45800" y="35183"/>
                </a:cubicBezTo>
                <a:cubicBezTo>
                  <a:pt x="46122" y="35183"/>
                  <a:pt x="46351" y="34957"/>
                  <a:pt x="46493" y="34575"/>
                </a:cubicBezTo>
                <a:cubicBezTo>
                  <a:pt x="46656" y="34097"/>
                  <a:pt x="46563" y="33630"/>
                  <a:pt x="46400" y="33198"/>
                </a:cubicBezTo>
                <a:cubicBezTo>
                  <a:pt x="45711" y="31389"/>
                  <a:pt x="44742" y="29743"/>
                  <a:pt x="43668" y="28155"/>
                </a:cubicBezTo>
                <a:cubicBezTo>
                  <a:pt x="43330" y="27665"/>
                  <a:pt x="43026" y="27163"/>
                  <a:pt x="42746" y="26650"/>
                </a:cubicBezTo>
                <a:cubicBezTo>
                  <a:pt x="42594" y="26369"/>
                  <a:pt x="42548" y="26031"/>
                  <a:pt x="42793" y="25774"/>
                </a:cubicBezTo>
                <a:cubicBezTo>
                  <a:pt x="42924" y="25630"/>
                  <a:pt x="43086" y="25560"/>
                  <a:pt x="43263" y="25560"/>
                </a:cubicBezTo>
                <a:cubicBezTo>
                  <a:pt x="43416" y="25560"/>
                  <a:pt x="43582" y="25613"/>
                  <a:pt x="43750" y="25716"/>
                </a:cubicBezTo>
                <a:cubicBezTo>
                  <a:pt x="43983" y="25867"/>
                  <a:pt x="44193" y="26054"/>
                  <a:pt x="44415" y="26206"/>
                </a:cubicBezTo>
                <a:cubicBezTo>
                  <a:pt x="44859" y="26521"/>
                  <a:pt x="45267" y="26930"/>
                  <a:pt x="45758" y="27105"/>
                </a:cubicBezTo>
                <a:cubicBezTo>
                  <a:pt x="45986" y="27185"/>
                  <a:pt x="46200" y="27224"/>
                  <a:pt x="46393" y="27224"/>
                </a:cubicBezTo>
                <a:cubicBezTo>
                  <a:pt x="47045" y="27224"/>
                  <a:pt x="47445" y="26773"/>
                  <a:pt x="47310" y="25926"/>
                </a:cubicBezTo>
                <a:cubicBezTo>
                  <a:pt x="47263" y="25681"/>
                  <a:pt x="47205" y="25436"/>
                  <a:pt x="47112" y="25190"/>
                </a:cubicBezTo>
                <a:cubicBezTo>
                  <a:pt x="46481" y="23556"/>
                  <a:pt x="45256" y="22389"/>
                  <a:pt x="43960" y="21280"/>
                </a:cubicBezTo>
                <a:cubicBezTo>
                  <a:pt x="42921" y="20393"/>
                  <a:pt x="41882" y="19506"/>
                  <a:pt x="40855" y="18572"/>
                </a:cubicBezTo>
                <a:cubicBezTo>
                  <a:pt x="40517" y="18233"/>
                  <a:pt x="40213" y="17860"/>
                  <a:pt x="39968" y="17440"/>
                </a:cubicBezTo>
                <a:cubicBezTo>
                  <a:pt x="39734" y="17101"/>
                  <a:pt x="39828" y="16763"/>
                  <a:pt x="40225" y="16658"/>
                </a:cubicBezTo>
                <a:cubicBezTo>
                  <a:pt x="40530" y="16589"/>
                  <a:pt x="40870" y="16525"/>
                  <a:pt x="41193" y="16525"/>
                </a:cubicBezTo>
                <a:cubicBezTo>
                  <a:pt x="41364" y="16525"/>
                  <a:pt x="41530" y="16543"/>
                  <a:pt x="41684" y="16588"/>
                </a:cubicBezTo>
                <a:cubicBezTo>
                  <a:pt x="42594" y="16868"/>
                  <a:pt x="43481" y="17230"/>
                  <a:pt x="44345" y="17673"/>
                </a:cubicBezTo>
                <a:cubicBezTo>
                  <a:pt x="46061" y="18549"/>
                  <a:pt x="47450" y="19879"/>
                  <a:pt x="48804" y="21245"/>
                </a:cubicBezTo>
                <a:cubicBezTo>
                  <a:pt x="50847" y="23311"/>
                  <a:pt x="52983" y="25307"/>
                  <a:pt x="54536" y="27817"/>
                </a:cubicBezTo>
                <a:cubicBezTo>
                  <a:pt x="54802" y="28267"/>
                  <a:pt x="55321" y="28514"/>
                  <a:pt x="55780" y="28514"/>
                </a:cubicBezTo>
                <a:cubicBezTo>
                  <a:pt x="55905" y="28514"/>
                  <a:pt x="56025" y="28496"/>
                  <a:pt x="56135" y="28459"/>
                </a:cubicBezTo>
                <a:cubicBezTo>
                  <a:pt x="56765" y="28249"/>
                  <a:pt x="57115" y="27700"/>
                  <a:pt x="57139" y="26988"/>
                </a:cubicBezTo>
                <a:cubicBezTo>
                  <a:pt x="57185" y="25867"/>
                  <a:pt x="56672" y="24969"/>
                  <a:pt x="56053" y="24128"/>
                </a:cubicBezTo>
                <a:cubicBezTo>
                  <a:pt x="55283" y="23078"/>
                  <a:pt x="54466" y="22062"/>
                  <a:pt x="53590" y="21093"/>
                </a:cubicBezTo>
                <a:cubicBezTo>
                  <a:pt x="52610" y="20031"/>
                  <a:pt x="51582" y="19027"/>
                  <a:pt x="50485" y="18082"/>
                </a:cubicBezTo>
                <a:cubicBezTo>
                  <a:pt x="49353" y="17090"/>
                  <a:pt x="48162" y="16156"/>
                  <a:pt x="46925" y="15304"/>
                </a:cubicBezTo>
                <a:cubicBezTo>
                  <a:pt x="45454" y="14265"/>
                  <a:pt x="43925" y="13319"/>
                  <a:pt x="42361" y="12444"/>
                </a:cubicBezTo>
                <a:cubicBezTo>
                  <a:pt x="39770" y="11055"/>
                  <a:pt x="37108" y="9782"/>
                  <a:pt x="34493" y="8428"/>
                </a:cubicBezTo>
                <a:cubicBezTo>
                  <a:pt x="34027" y="8172"/>
                  <a:pt x="33583" y="7868"/>
                  <a:pt x="33174" y="7530"/>
                </a:cubicBezTo>
                <a:cubicBezTo>
                  <a:pt x="32964" y="7378"/>
                  <a:pt x="32988" y="7214"/>
                  <a:pt x="33256" y="7109"/>
                </a:cubicBezTo>
                <a:cubicBezTo>
                  <a:pt x="33349" y="7086"/>
                  <a:pt x="33431" y="7051"/>
                  <a:pt x="33525" y="7016"/>
                </a:cubicBezTo>
                <a:cubicBezTo>
                  <a:pt x="34015" y="6911"/>
                  <a:pt x="34505" y="6771"/>
                  <a:pt x="34984" y="6619"/>
                </a:cubicBezTo>
                <a:cubicBezTo>
                  <a:pt x="35626" y="6374"/>
                  <a:pt x="35707" y="5697"/>
                  <a:pt x="35170" y="5277"/>
                </a:cubicBezTo>
                <a:cubicBezTo>
                  <a:pt x="34995" y="5137"/>
                  <a:pt x="34809" y="5020"/>
                  <a:pt x="34610" y="4938"/>
                </a:cubicBezTo>
                <a:cubicBezTo>
                  <a:pt x="33093" y="4296"/>
                  <a:pt x="31587" y="3619"/>
                  <a:pt x="30046" y="3036"/>
                </a:cubicBezTo>
                <a:cubicBezTo>
                  <a:pt x="27770" y="2183"/>
                  <a:pt x="25447" y="1436"/>
                  <a:pt x="23031" y="1063"/>
                </a:cubicBezTo>
                <a:cubicBezTo>
                  <a:pt x="20930" y="748"/>
                  <a:pt x="18840" y="432"/>
                  <a:pt x="16727" y="199"/>
                </a:cubicBezTo>
                <a:cubicBezTo>
                  <a:pt x="15537" y="59"/>
                  <a:pt x="14311" y="71"/>
                  <a:pt x="1282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5" name="Google Shape;225;p37"/>
          <p:cNvGrpSpPr/>
          <p:nvPr/>
        </p:nvGrpSpPr>
        <p:grpSpPr>
          <a:xfrm>
            <a:off x="926444" y="4441127"/>
            <a:ext cx="352163" cy="280931"/>
            <a:chOff x="1101425" y="4597125"/>
            <a:chExt cx="469550" cy="374575"/>
          </a:xfrm>
        </p:grpSpPr>
        <p:sp>
          <p:nvSpPr>
            <p:cNvPr id="226" name="Google Shape;226;p37"/>
            <p:cNvSpPr/>
            <p:nvPr/>
          </p:nvSpPr>
          <p:spPr>
            <a:xfrm>
              <a:off x="1101425" y="4597125"/>
              <a:ext cx="438050" cy="283250"/>
            </a:xfrm>
            <a:custGeom>
              <a:rect b="b" l="l" r="r" t="t"/>
              <a:pathLst>
                <a:path extrusionOk="0" h="11330" w="17522">
                  <a:moveTo>
                    <a:pt x="12099" y="0"/>
                  </a:moveTo>
                  <a:cubicBezTo>
                    <a:pt x="11486" y="0"/>
                    <a:pt x="10870" y="51"/>
                    <a:pt x="10261" y="146"/>
                  </a:cubicBezTo>
                  <a:cubicBezTo>
                    <a:pt x="9607" y="228"/>
                    <a:pt x="8965" y="357"/>
                    <a:pt x="8335" y="532"/>
                  </a:cubicBezTo>
                  <a:cubicBezTo>
                    <a:pt x="7086" y="870"/>
                    <a:pt x="5895" y="1407"/>
                    <a:pt x="4809" y="2119"/>
                  </a:cubicBezTo>
                  <a:cubicBezTo>
                    <a:pt x="3467" y="2971"/>
                    <a:pt x="2276" y="4057"/>
                    <a:pt x="1308" y="5318"/>
                  </a:cubicBezTo>
                  <a:cubicBezTo>
                    <a:pt x="432" y="6438"/>
                    <a:pt x="0" y="7699"/>
                    <a:pt x="199" y="9135"/>
                  </a:cubicBezTo>
                  <a:cubicBezTo>
                    <a:pt x="257" y="9660"/>
                    <a:pt x="409" y="10162"/>
                    <a:pt x="654" y="10640"/>
                  </a:cubicBezTo>
                  <a:cubicBezTo>
                    <a:pt x="829" y="11014"/>
                    <a:pt x="1121" y="11271"/>
                    <a:pt x="1553" y="11306"/>
                  </a:cubicBezTo>
                  <a:cubicBezTo>
                    <a:pt x="1833" y="11329"/>
                    <a:pt x="2101" y="11329"/>
                    <a:pt x="2381" y="11329"/>
                  </a:cubicBezTo>
                  <a:cubicBezTo>
                    <a:pt x="3140" y="11317"/>
                    <a:pt x="3899" y="11177"/>
                    <a:pt x="4623" y="10909"/>
                  </a:cubicBezTo>
                  <a:cubicBezTo>
                    <a:pt x="6269" y="10325"/>
                    <a:pt x="7447" y="9193"/>
                    <a:pt x="8405" y="7769"/>
                  </a:cubicBezTo>
                  <a:cubicBezTo>
                    <a:pt x="8813" y="7162"/>
                    <a:pt x="9257" y="6578"/>
                    <a:pt x="9747" y="6018"/>
                  </a:cubicBezTo>
                  <a:cubicBezTo>
                    <a:pt x="10459" y="5224"/>
                    <a:pt x="11346" y="4594"/>
                    <a:pt x="12338" y="4174"/>
                  </a:cubicBezTo>
                  <a:cubicBezTo>
                    <a:pt x="12969" y="3893"/>
                    <a:pt x="13634" y="3707"/>
                    <a:pt x="14323" y="3602"/>
                  </a:cubicBezTo>
                  <a:cubicBezTo>
                    <a:pt x="15011" y="3497"/>
                    <a:pt x="15712" y="3415"/>
                    <a:pt x="16412" y="3310"/>
                  </a:cubicBezTo>
                  <a:cubicBezTo>
                    <a:pt x="16774" y="3275"/>
                    <a:pt x="17124" y="3193"/>
                    <a:pt x="17521" y="3123"/>
                  </a:cubicBezTo>
                  <a:cubicBezTo>
                    <a:pt x="17439" y="2983"/>
                    <a:pt x="17369" y="2866"/>
                    <a:pt x="17311" y="2761"/>
                  </a:cubicBezTo>
                  <a:cubicBezTo>
                    <a:pt x="16307" y="964"/>
                    <a:pt x="14743" y="100"/>
                    <a:pt x="12724" y="18"/>
                  </a:cubicBezTo>
                  <a:cubicBezTo>
                    <a:pt x="12516" y="6"/>
                    <a:pt x="12308" y="0"/>
                    <a:pt x="120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37"/>
            <p:cNvSpPr/>
            <p:nvPr/>
          </p:nvSpPr>
          <p:spPr>
            <a:xfrm>
              <a:off x="1148975" y="4706625"/>
              <a:ext cx="422000" cy="265075"/>
            </a:xfrm>
            <a:custGeom>
              <a:rect b="b" l="l" r="r" t="t"/>
              <a:pathLst>
                <a:path extrusionOk="0" h="10603" w="16880">
                  <a:moveTo>
                    <a:pt x="15934" y="0"/>
                  </a:moveTo>
                  <a:cubicBezTo>
                    <a:pt x="15911" y="0"/>
                    <a:pt x="15888" y="1"/>
                    <a:pt x="15864" y="4"/>
                  </a:cubicBezTo>
                  <a:cubicBezTo>
                    <a:pt x="15339" y="15"/>
                    <a:pt x="14825" y="62"/>
                    <a:pt x="14312" y="132"/>
                  </a:cubicBezTo>
                  <a:cubicBezTo>
                    <a:pt x="13214" y="296"/>
                    <a:pt x="12141" y="611"/>
                    <a:pt x="11113" y="1054"/>
                  </a:cubicBezTo>
                  <a:cubicBezTo>
                    <a:pt x="10308" y="1428"/>
                    <a:pt x="9561" y="1918"/>
                    <a:pt x="8896" y="2525"/>
                  </a:cubicBezTo>
                  <a:cubicBezTo>
                    <a:pt x="8102" y="3260"/>
                    <a:pt x="7448" y="4148"/>
                    <a:pt x="6970" y="5116"/>
                  </a:cubicBezTo>
                  <a:cubicBezTo>
                    <a:pt x="6573" y="5863"/>
                    <a:pt x="6001" y="6517"/>
                    <a:pt x="5300" y="6996"/>
                  </a:cubicBezTo>
                  <a:cubicBezTo>
                    <a:pt x="4308" y="7661"/>
                    <a:pt x="3188" y="7918"/>
                    <a:pt x="2020" y="8035"/>
                  </a:cubicBezTo>
                  <a:cubicBezTo>
                    <a:pt x="1460" y="8093"/>
                    <a:pt x="900" y="8163"/>
                    <a:pt x="339" y="8233"/>
                  </a:cubicBezTo>
                  <a:cubicBezTo>
                    <a:pt x="246" y="8245"/>
                    <a:pt x="141" y="8256"/>
                    <a:pt x="48" y="8280"/>
                  </a:cubicBezTo>
                  <a:lnTo>
                    <a:pt x="1" y="8361"/>
                  </a:lnTo>
                  <a:cubicBezTo>
                    <a:pt x="409" y="8723"/>
                    <a:pt x="783" y="9108"/>
                    <a:pt x="1203" y="9435"/>
                  </a:cubicBezTo>
                  <a:cubicBezTo>
                    <a:pt x="2160" y="10182"/>
                    <a:pt x="3281" y="10498"/>
                    <a:pt x="4460" y="10568"/>
                  </a:cubicBezTo>
                  <a:cubicBezTo>
                    <a:pt x="4814" y="10591"/>
                    <a:pt x="5167" y="10603"/>
                    <a:pt x="5519" y="10603"/>
                  </a:cubicBezTo>
                  <a:cubicBezTo>
                    <a:pt x="6222" y="10603"/>
                    <a:pt x="6923" y="10556"/>
                    <a:pt x="7623" y="10463"/>
                  </a:cubicBezTo>
                  <a:cubicBezTo>
                    <a:pt x="8569" y="10322"/>
                    <a:pt x="9491" y="10066"/>
                    <a:pt x="10366" y="9715"/>
                  </a:cubicBezTo>
                  <a:cubicBezTo>
                    <a:pt x="11160" y="9389"/>
                    <a:pt x="11907" y="8980"/>
                    <a:pt x="12608" y="8478"/>
                  </a:cubicBezTo>
                  <a:cubicBezTo>
                    <a:pt x="13460" y="7871"/>
                    <a:pt x="14242" y="7147"/>
                    <a:pt x="14930" y="6342"/>
                  </a:cubicBezTo>
                  <a:cubicBezTo>
                    <a:pt x="15409" y="5758"/>
                    <a:pt x="15899" y="5163"/>
                    <a:pt x="16238" y="4474"/>
                  </a:cubicBezTo>
                  <a:cubicBezTo>
                    <a:pt x="16541" y="3879"/>
                    <a:pt x="16728" y="3237"/>
                    <a:pt x="16798" y="2572"/>
                  </a:cubicBezTo>
                  <a:cubicBezTo>
                    <a:pt x="16880" y="1871"/>
                    <a:pt x="16821" y="1183"/>
                    <a:pt x="16611" y="517"/>
                  </a:cubicBezTo>
                  <a:cubicBezTo>
                    <a:pt x="16524" y="213"/>
                    <a:pt x="16246" y="0"/>
                    <a:pt x="159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8" name="Google Shape;228;p37"/>
          <p:cNvGrpSpPr/>
          <p:nvPr/>
        </p:nvGrpSpPr>
        <p:grpSpPr>
          <a:xfrm rot="4310209">
            <a:off x="1237153" y="4746953"/>
            <a:ext cx="209480" cy="194530"/>
            <a:chOff x="1101425" y="4597125"/>
            <a:chExt cx="469550" cy="374575"/>
          </a:xfrm>
        </p:grpSpPr>
        <p:sp>
          <p:nvSpPr>
            <p:cNvPr id="229" name="Google Shape;229;p37"/>
            <p:cNvSpPr/>
            <p:nvPr/>
          </p:nvSpPr>
          <p:spPr>
            <a:xfrm>
              <a:off x="1101425" y="4597125"/>
              <a:ext cx="438050" cy="283250"/>
            </a:xfrm>
            <a:custGeom>
              <a:rect b="b" l="l" r="r" t="t"/>
              <a:pathLst>
                <a:path extrusionOk="0" h="11330" w="17522">
                  <a:moveTo>
                    <a:pt x="12099" y="0"/>
                  </a:moveTo>
                  <a:cubicBezTo>
                    <a:pt x="11486" y="0"/>
                    <a:pt x="10870" y="51"/>
                    <a:pt x="10261" y="146"/>
                  </a:cubicBezTo>
                  <a:cubicBezTo>
                    <a:pt x="9607" y="228"/>
                    <a:pt x="8965" y="357"/>
                    <a:pt x="8335" y="532"/>
                  </a:cubicBezTo>
                  <a:cubicBezTo>
                    <a:pt x="7086" y="870"/>
                    <a:pt x="5895" y="1407"/>
                    <a:pt x="4809" y="2119"/>
                  </a:cubicBezTo>
                  <a:cubicBezTo>
                    <a:pt x="3467" y="2971"/>
                    <a:pt x="2276" y="4057"/>
                    <a:pt x="1308" y="5318"/>
                  </a:cubicBezTo>
                  <a:cubicBezTo>
                    <a:pt x="432" y="6438"/>
                    <a:pt x="0" y="7699"/>
                    <a:pt x="199" y="9135"/>
                  </a:cubicBezTo>
                  <a:cubicBezTo>
                    <a:pt x="257" y="9660"/>
                    <a:pt x="409" y="10162"/>
                    <a:pt x="654" y="10640"/>
                  </a:cubicBezTo>
                  <a:cubicBezTo>
                    <a:pt x="829" y="11014"/>
                    <a:pt x="1121" y="11271"/>
                    <a:pt x="1553" y="11306"/>
                  </a:cubicBezTo>
                  <a:cubicBezTo>
                    <a:pt x="1833" y="11329"/>
                    <a:pt x="2101" y="11329"/>
                    <a:pt x="2381" y="11329"/>
                  </a:cubicBezTo>
                  <a:cubicBezTo>
                    <a:pt x="3140" y="11317"/>
                    <a:pt x="3899" y="11177"/>
                    <a:pt x="4623" y="10909"/>
                  </a:cubicBezTo>
                  <a:cubicBezTo>
                    <a:pt x="6269" y="10325"/>
                    <a:pt x="7447" y="9193"/>
                    <a:pt x="8405" y="7769"/>
                  </a:cubicBezTo>
                  <a:cubicBezTo>
                    <a:pt x="8813" y="7162"/>
                    <a:pt x="9257" y="6578"/>
                    <a:pt x="9747" y="6018"/>
                  </a:cubicBezTo>
                  <a:cubicBezTo>
                    <a:pt x="10459" y="5224"/>
                    <a:pt x="11346" y="4594"/>
                    <a:pt x="12338" y="4174"/>
                  </a:cubicBezTo>
                  <a:cubicBezTo>
                    <a:pt x="12969" y="3893"/>
                    <a:pt x="13634" y="3707"/>
                    <a:pt x="14323" y="3602"/>
                  </a:cubicBezTo>
                  <a:cubicBezTo>
                    <a:pt x="15011" y="3497"/>
                    <a:pt x="15712" y="3415"/>
                    <a:pt x="16412" y="3310"/>
                  </a:cubicBezTo>
                  <a:cubicBezTo>
                    <a:pt x="16774" y="3275"/>
                    <a:pt x="17124" y="3193"/>
                    <a:pt x="17521" y="3123"/>
                  </a:cubicBezTo>
                  <a:cubicBezTo>
                    <a:pt x="17439" y="2983"/>
                    <a:pt x="17369" y="2866"/>
                    <a:pt x="17311" y="2761"/>
                  </a:cubicBezTo>
                  <a:cubicBezTo>
                    <a:pt x="16307" y="964"/>
                    <a:pt x="14743" y="100"/>
                    <a:pt x="12724" y="18"/>
                  </a:cubicBezTo>
                  <a:cubicBezTo>
                    <a:pt x="12516" y="6"/>
                    <a:pt x="12308" y="0"/>
                    <a:pt x="120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37"/>
            <p:cNvSpPr/>
            <p:nvPr/>
          </p:nvSpPr>
          <p:spPr>
            <a:xfrm>
              <a:off x="1148975" y="4706625"/>
              <a:ext cx="422000" cy="265075"/>
            </a:xfrm>
            <a:custGeom>
              <a:rect b="b" l="l" r="r" t="t"/>
              <a:pathLst>
                <a:path extrusionOk="0" h="10603" w="16880">
                  <a:moveTo>
                    <a:pt x="15934" y="0"/>
                  </a:moveTo>
                  <a:cubicBezTo>
                    <a:pt x="15911" y="0"/>
                    <a:pt x="15888" y="1"/>
                    <a:pt x="15864" y="4"/>
                  </a:cubicBezTo>
                  <a:cubicBezTo>
                    <a:pt x="15339" y="15"/>
                    <a:pt x="14825" y="62"/>
                    <a:pt x="14312" y="132"/>
                  </a:cubicBezTo>
                  <a:cubicBezTo>
                    <a:pt x="13214" y="296"/>
                    <a:pt x="12141" y="611"/>
                    <a:pt x="11113" y="1054"/>
                  </a:cubicBezTo>
                  <a:cubicBezTo>
                    <a:pt x="10308" y="1428"/>
                    <a:pt x="9561" y="1918"/>
                    <a:pt x="8896" y="2525"/>
                  </a:cubicBezTo>
                  <a:cubicBezTo>
                    <a:pt x="8102" y="3260"/>
                    <a:pt x="7448" y="4148"/>
                    <a:pt x="6970" y="5116"/>
                  </a:cubicBezTo>
                  <a:cubicBezTo>
                    <a:pt x="6573" y="5863"/>
                    <a:pt x="6001" y="6517"/>
                    <a:pt x="5300" y="6996"/>
                  </a:cubicBezTo>
                  <a:cubicBezTo>
                    <a:pt x="4308" y="7661"/>
                    <a:pt x="3188" y="7918"/>
                    <a:pt x="2020" y="8035"/>
                  </a:cubicBezTo>
                  <a:cubicBezTo>
                    <a:pt x="1460" y="8093"/>
                    <a:pt x="900" y="8163"/>
                    <a:pt x="339" y="8233"/>
                  </a:cubicBezTo>
                  <a:cubicBezTo>
                    <a:pt x="246" y="8245"/>
                    <a:pt x="141" y="8256"/>
                    <a:pt x="48" y="8280"/>
                  </a:cubicBezTo>
                  <a:lnTo>
                    <a:pt x="1" y="8361"/>
                  </a:lnTo>
                  <a:cubicBezTo>
                    <a:pt x="409" y="8723"/>
                    <a:pt x="783" y="9108"/>
                    <a:pt x="1203" y="9435"/>
                  </a:cubicBezTo>
                  <a:cubicBezTo>
                    <a:pt x="2160" y="10182"/>
                    <a:pt x="3281" y="10498"/>
                    <a:pt x="4460" y="10568"/>
                  </a:cubicBezTo>
                  <a:cubicBezTo>
                    <a:pt x="4814" y="10591"/>
                    <a:pt x="5167" y="10603"/>
                    <a:pt x="5519" y="10603"/>
                  </a:cubicBezTo>
                  <a:cubicBezTo>
                    <a:pt x="6222" y="10603"/>
                    <a:pt x="6923" y="10556"/>
                    <a:pt x="7623" y="10463"/>
                  </a:cubicBezTo>
                  <a:cubicBezTo>
                    <a:pt x="8569" y="10322"/>
                    <a:pt x="9491" y="10066"/>
                    <a:pt x="10366" y="9715"/>
                  </a:cubicBezTo>
                  <a:cubicBezTo>
                    <a:pt x="11160" y="9389"/>
                    <a:pt x="11907" y="8980"/>
                    <a:pt x="12608" y="8478"/>
                  </a:cubicBezTo>
                  <a:cubicBezTo>
                    <a:pt x="13460" y="7871"/>
                    <a:pt x="14242" y="7147"/>
                    <a:pt x="14930" y="6342"/>
                  </a:cubicBezTo>
                  <a:cubicBezTo>
                    <a:pt x="15409" y="5758"/>
                    <a:pt x="15899" y="5163"/>
                    <a:pt x="16238" y="4474"/>
                  </a:cubicBezTo>
                  <a:cubicBezTo>
                    <a:pt x="16541" y="3879"/>
                    <a:pt x="16728" y="3237"/>
                    <a:pt x="16798" y="2572"/>
                  </a:cubicBezTo>
                  <a:cubicBezTo>
                    <a:pt x="16880" y="1871"/>
                    <a:pt x="16821" y="1183"/>
                    <a:pt x="16611" y="517"/>
                  </a:cubicBezTo>
                  <a:cubicBezTo>
                    <a:pt x="16524" y="213"/>
                    <a:pt x="16246" y="0"/>
                    <a:pt x="159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1" name="Google Shape;231;p37"/>
          <p:cNvSpPr/>
          <p:nvPr/>
        </p:nvSpPr>
        <p:spPr>
          <a:xfrm>
            <a:off x="7747825" y="4295274"/>
            <a:ext cx="1504460" cy="1018454"/>
          </a:xfrm>
          <a:custGeom>
            <a:rect b="b" l="l" r="r" t="t"/>
            <a:pathLst>
              <a:path extrusionOk="0" h="41223" w="83064">
                <a:moveTo>
                  <a:pt x="1958" y="1"/>
                </a:moveTo>
                <a:cubicBezTo>
                  <a:pt x="1411" y="1"/>
                  <a:pt x="865" y="223"/>
                  <a:pt x="467" y="671"/>
                </a:cubicBezTo>
                <a:cubicBezTo>
                  <a:pt x="23" y="1185"/>
                  <a:pt x="0" y="1780"/>
                  <a:pt x="58" y="2387"/>
                </a:cubicBezTo>
                <a:cubicBezTo>
                  <a:pt x="175" y="3391"/>
                  <a:pt x="665" y="4255"/>
                  <a:pt x="1191" y="5095"/>
                </a:cubicBezTo>
                <a:cubicBezTo>
                  <a:pt x="2533" y="7197"/>
                  <a:pt x="4121" y="9146"/>
                  <a:pt x="5906" y="10897"/>
                </a:cubicBezTo>
                <a:cubicBezTo>
                  <a:pt x="6840" y="11819"/>
                  <a:pt x="7832" y="12683"/>
                  <a:pt x="8825" y="13547"/>
                </a:cubicBezTo>
                <a:cubicBezTo>
                  <a:pt x="10821" y="15227"/>
                  <a:pt x="12933" y="16780"/>
                  <a:pt x="15140" y="18181"/>
                </a:cubicBezTo>
                <a:cubicBezTo>
                  <a:pt x="17719" y="19838"/>
                  <a:pt x="20451" y="21216"/>
                  <a:pt x="23171" y="22605"/>
                </a:cubicBezTo>
                <a:cubicBezTo>
                  <a:pt x="24968" y="23538"/>
                  <a:pt x="26766" y="24461"/>
                  <a:pt x="28540" y="25429"/>
                </a:cubicBezTo>
                <a:cubicBezTo>
                  <a:pt x="29112" y="25745"/>
                  <a:pt x="29602" y="26176"/>
                  <a:pt x="30081" y="26620"/>
                </a:cubicBezTo>
                <a:cubicBezTo>
                  <a:pt x="30221" y="26783"/>
                  <a:pt x="30268" y="27017"/>
                  <a:pt x="30209" y="27227"/>
                </a:cubicBezTo>
                <a:cubicBezTo>
                  <a:pt x="30127" y="27402"/>
                  <a:pt x="29859" y="27542"/>
                  <a:pt x="29649" y="27589"/>
                </a:cubicBezTo>
                <a:cubicBezTo>
                  <a:pt x="29582" y="27596"/>
                  <a:pt x="29514" y="27600"/>
                  <a:pt x="29445" y="27600"/>
                </a:cubicBezTo>
                <a:cubicBezTo>
                  <a:pt x="29287" y="27600"/>
                  <a:pt x="29127" y="27579"/>
                  <a:pt x="28972" y="27531"/>
                </a:cubicBezTo>
                <a:cubicBezTo>
                  <a:pt x="28575" y="27437"/>
                  <a:pt x="28190" y="27297"/>
                  <a:pt x="27793" y="27204"/>
                </a:cubicBezTo>
                <a:cubicBezTo>
                  <a:pt x="27428" y="27131"/>
                  <a:pt x="27068" y="27029"/>
                  <a:pt x="26695" y="27029"/>
                </a:cubicBezTo>
                <a:cubicBezTo>
                  <a:pt x="26531" y="27029"/>
                  <a:pt x="26364" y="27049"/>
                  <a:pt x="26194" y="27099"/>
                </a:cubicBezTo>
                <a:cubicBezTo>
                  <a:pt x="25598" y="27285"/>
                  <a:pt x="25237" y="27752"/>
                  <a:pt x="25435" y="28336"/>
                </a:cubicBezTo>
                <a:cubicBezTo>
                  <a:pt x="25587" y="28756"/>
                  <a:pt x="25820" y="29141"/>
                  <a:pt x="26124" y="29468"/>
                </a:cubicBezTo>
                <a:cubicBezTo>
                  <a:pt x="27279" y="30659"/>
                  <a:pt x="28703" y="31453"/>
                  <a:pt x="30268" y="31955"/>
                </a:cubicBezTo>
                <a:cubicBezTo>
                  <a:pt x="32240" y="32597"/>
                  <a:pt x="34260" y="33122"/>
                  <a:pt x="36256" y="33717"/>
                </a:cubicBezTo>
                <a:cubicBezTo>
                  <a:pt x="37108" y="33974"/>
                  <a:pt x="37948" y="34277"/>
                  <a:pt x="38684" y="34814"/>
                </a:cubicBezTo>
                <a:cubicBezTo>
                  <a:pt x="39174" y="35188"/>
                  <a:pt x="39197" y="35772"/>
                  <a:pt x="38684" y="36110"/>
                </a:cubicBezTo>
                <a:cubicBezTo>
                  <a:pt x="38322" y="36344"/>
                  <a:pt x="37925" y="36519"/>
                  <a:pt x="37505" y="36624"/>
                </a:cubicBezTo>
                <a:cubicBezTo>
                  <a:pt x="36862" y="36788"/>
                  <a:pt x="36214" y="36848"/>
                  <a:pt x="35560" y="36848"/>
                </a:cubicBezTo>
                <a:cubicBezTo>
                  <a:pt x="35241" y="36848"/>
                  <a:pt x="34920" y="36833"/>
                  <a:pt x="34598" y="36810"/>
                </a:cubicBezTo>
                <a:cubicBezTo>
                  <a:pt x="33081" y="36717"/>
                  <a:pt x="31587" y="36425"/>
                  <a:pt x="30139" y="35947"/>
                </a:cubicBezTo>
                <a:cubicBezTo>
                  <a:pt x="27921" y="35188"/>
                  <a:pt x="25703" y="34406"/>
                  <a:pt x="23521" y="33542"/>
                </a:cubicBezTo>
                <a:cubicBezTo>
                  <a:pt x="21922" y="32912"/>
                  <a:pt x="20381" y="32141"/>
                  <a:pt x="18828" y="31406"/>
                </a:cubicBezTo>
                <a:cubicBezTo>
                  <a:pt x="18268" y="31149"/>
                  <a:pt x="17766" y="30787"/>
                  <a:pt x="17194" y="30589"/>
                </a:cubicBezTo>
                <a:cubicBezTo>
                  <a:pt x="16991" y="30519"/>
                  <a:pt x="16792" y="30485"/>
                  <a:pt x="16606" y="30485"/>
                </a:cubicBezTo>
                <a:cubicBezTo>
                  <a:pt x="15895" y="30485"/>
                  <a:pt x="15362" y="30982"/>
                  <a:pt x="15408" y="31861"/>
                </a:cubicBezTo>
                <a:cubicBezTo>
                  <a:pt x="15420" y="32176"/>
                  <a:pt x="15502" y="32503"/>
                  <a:pt x="15642" y="32795"/>
                </a:cubicBezTo>
                <a:cubicBezTo>
                  <a:pt x="16062" y="33740"/>
                  <a:pt x="16809" y="34429"/>
                  <a:pt x="17673" y="34943"/>
                </a:cubicBezTo>
                <a:cubicBezTo>
                  <a:pt x="18758" y="35608"/>
                  <a:pt x="19890" y="36215"/>
                  <a:pt x="21034" y="36775"/>
                </a:cubicBezTo>
                <a:cubicBezTo>
                  <a:pt x="23439" y="37931"/>
                  <a:pt x="25937" y="38853"/>
                  <a:pt x="28517" y="39530"/>
                </a:cubicBezTo>
                <a:cubicBezTo>
                  <a:pt x="30513" y="40067"/>
                  <a:pt x="32544" y="40487"/>
                  <a:pt x="34563" y="40919"/>
                </a:cubicBezTo>
                <a:cubicBezTo>
                  <a:pt x="35287" y="41094"/>
                  <a:pt x="36034" y="41199"/>
                  <a:pt x="36781" y="41211"/>
                </a:cubicBezTo>
                <a:cubicBezTo>
                  <a:pt x="52072" y="41223"/>
                  <a:pt x="67375" y="41223"/>
                  <a:pt x="82667" y="41223"/>
                </a:cubicBezTo>
                <a:lnTo>
                  <a:pt x="83063" y="41223"/>
                </a:lnTo>
                <a:lnTo>
                  <a:pt x="83063" y="13967"/>
                </a:lnTo>
                <a:cubicBezTo>
                  <a:pt x="81908" y="14200"/>
                  <a:pt x="80799" y="14375"/>
                  <a:pt x="79690" y="14644"/>
                </a:cubicBezTo>
                <a:cubicBezTo>
                  <a:pt x="77846" y="15076"/>
                  <a:pt x="76013" y="15531"/>
                  <a:pt x="74192" y="16033"/>
                </a:cubicBezTo>
                <a:cubicBezTo>
                  <a:pt x="72219" y="16558"/>
                  <a:pt x="70247" y="17130"/>
                  <a:pt x="68286" y="17702"/>
                </a:cubicBezTo>
                <a:cubicBezTo>
                  <a:pt x="66430" y="18251"/>
                  <a:pt x="64585" y="18846"/>
                  <a:pt x="62730" y="19383"/>
                </a:cubicBezTo>
                <a:cubicBezTo>
                  <a:pt x="60920" y="19920"/>
                  <a:pt x="59088" y="20410"/>
                  <a:pt x="57278" y="20924"/>
                </a:cubicBezTo>
                <a:cubicBezTo>
                  <a:pt x="55796" y="21344"/>
                  <a:pt x="54278" y="21577"/>
                  <a:pt x="52749" y="21589"/>
                </a:cubicBezTo>
                <a:cubicBezTo>
                  <a:pt x="52598" y="21593"/>
                  <a:pt x="52446" y="21594"/>
                  <a:pt x="52295" y="21594"/>
                </a:cubicBezTo>
                <a:cubicBezTo>
                  <a:pt x="50941" y="21594"/>
                  <a:pt x="49588" y="21455"/>
                  <a:pt x="48255" y="21192"/>
                </a:cubicBezTo>
                <a:cubicBezTo>
                  <a:pt x="46703" y="20877"/>
                  <a:pt x="45150" y="20527"/>
                  <a:pt x="43598" y="20188"/>
                </a:cubicBezTo>
                <a:cubicBezTo>
                  <a:pt x="42839" y="20025"/>
                  <a:pt x="42080" y="19815"/>
                  <a:pt x="41310" y="19721"/>
                </a:cubicBezTo>
                <a:cubicBezTo>
                  <a:pt x="41236" y="19713"/>
                  <a:pt x="41162" y="19709"/>
                  <a:pt x="41090" y="19709"/>
                </a:cubicBezTo>
                <a:cubicBezTo>
                  <a:pt x="40278" y="19709"/>
                  <a:pt x="39629" y="20244"/>
                  <a:pt x="39758" y="21134"/>
                </a:cubicBezTo>
                <a:cubicBezTo>
                  <a:pt x="39851" y="21647"/>
                  <a:pt x="40213" y="21928"/>
                  <a:pt x="40633" y="22173"/>
                </a:cubicBezTo>
                <a:cubicBezTo>
                  <a:pt x="41088" y="22395"/>
                  <a:pt x="41520" y="22663"/>
                  <a:pt x="41929" y="22955"/>
                </a:cubicBezTo>
                <a:cubicBezTo>
                  <a:pt x="42255" y="23223"/>
                  <a:pt x="42255" y="23620"/>
                  <a:pt x="41929" y="23889"/>
                </a:cubicBezTo>
                <a:cubicBezTo>
                  <a:pt x="41532" y="24215"/>
                  <a:pt x="41088" y="24484"/>
                  <a:pt x="40610" y="24671"/>
                </a:cubicBezTo>
                <a:cubicBezTo>
                  <a:pt x="39805" y="24960"/>
                  <a:pt x="38980" y="25081"/>
                  <a:pt x="38137" y="25081"/>
                </a:cubicBezTo>
                <a:cubicBezTo>
                  <a:pt x="37720" y="25081"/>
                  <a:pt x="37299" y="25052"/>
                  <a:pt x="36874" y="24998"/>
                </a:cubicBezTo>
                <a:cubicBezTo>
                  <a:pt x="35812" y="24869"/>
                  <a:pt x="34762" y="24706"/>
                  <a:pt x="33793" y="24286"/>
                </a:cubicBezTo>
                <a:cubicBezTo>
                  <a:pt x="31295" y="23223"/>
                  <a:pt x="28820" y="22138"/>
                  <a:pt x="26392" y="20947"/>
                </a:cubicBezTo>
                <a:cubicBezTo>
                  <a:pt x="24606" y="20083"/>
                  <a:pt x="22879" y="19091"/>
                  <a:pt x="21174" y="18064"/>
                </a:cubicBezTo>
                <a:cubicBezTo>
                  <a:pt x="18070" y="16208"/>
                  <a:pt x="15210" y="13990"/>
                  <a:pt x="12630" y="11457"/>
                </a:cubicBezTo>
                <a:cubicBezTo>
                  <a:pt x="11533" y="10383"/>
                  <a:pt x="10471" y="9274"/>
                  <a:pt x="9455" y="8119"/>
                </a:cubicBezTo>
                <a:cubicBezTo>
                  <a:pt x="8229" y="6753"/>
                  <a:pt x="7062" y="5341"/>
                  <a:pt x="5918" y="3916"/>
                </a:cubicBezTo>
                <a:cubicBezTo>
                  <a:pt x="5089" y="2889"/>
                  <a:pt x="4354" y="1792"/>
                  <a:pt x="3549" y="776"/>
                </a:cubicBezTo>
                <a:cubicBezTo>
                  <a:pt x="3142" y="261"/>
                  <a:pt x="2550" y="1"/>
                  <a:pt x="195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8"/>
          <p:cNvSpPr txBox="1"/>
          <p:nvPr>
            <p:ph type="title"/>
          </p:nvPr>
        </p:nvSpPr>
        <p:spPr>
          <a:xfrm>
            <a:off x="720000" y="445025"/>
            <a:ext cx="2256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en-GB" sz="3300"/>
              <a:t>Fitzgerald </a:t>
            </a:r>
            <a:endParaRPr sz="3300"/>
          </a:p>
        </p:txBody>
      </p:sp>
      <p:sp>
        <p:nvSpPr>
          <p:cNvPr id="237" name="Google Shape;237;p38"/>
          <p:cNvSpPr/>
          <p:nvPr/>
        </p:nvSpPr>
        <p:spPr>
          <a:xfrm flipH="1" rot="10800000">
            <a:off x="7367024" y="-36250"/>
            <a:ext cx="2123739" cy="1053969"/>
          </a:xfrm>
          <a:custGeom>
            <a:rect b="b" l="l" r="r" t="t"/>
            <a:pathLst>
              <a:path extrusionOk="0" h="41223" w="83064">
                <a:moveTo>
                  <a:pt x="1958" y="1"/>
                </a:moveTo>
                <a:cubicBezTo>
                  <a:pt x="1411" y="1"/>
                  <a:pt x="865" y="223"/>
                  <a:pt x="467" y="671"/>
                </a:cubicBezTo>
                <a:cubicBezTo>
                  <a:pt x="23" y="1185"/>
                  <a:pt x="0" y="1780"/>
                  <a:pt x="58" y="2387"/>
                </a:cubicBezTo>
                <a:cubicBezTo>
                  <a:pt x="175" y="3391"/>
                  <a:pt x="665" y="4255"/>
                  <a:pt x="1191" y="5095"/>
                </a:cubicBezTo>
                <a:cubicBezTo>
                  <a:pt x="2533" y="7197"/>
                  <a:pt x="4121" y="9146"/>
                  <a:pt x="5906" y="10897"/>
                </a:cubicBezTo>
                <a:cubicBezTo>
                  <a:pt x="6840" y="11819"/>
                  <a:pt x="7832" y="12683"/>
                  <a:pt x="8825" y="13547"/>
                </a:cubicBezTo>
                <a:cubicBezTo>
                  <a:pt x="10821" y="15227"/>
                  <a:pt x="12933" y="16780"/>
                  <a:pt x="15140" y="18181"/>
                </a:cubicBezTo>
                <a:cubicBezTo>
                  <a:pt x="17719" y="19838"/>
                  <a:pt x="20451" y="21216"/>
                  <a:pt x="23171" y="22605"/>
                </a:cubicBezTo>
                <a:cubicBezTo>
                  <a:pt x="24968" y="23538"/>
                  <a:pt x="26766" y="24461"/>
                  <a:pt x="28540" y="25429"/>
                </a:cubicBezTo>
                <a:cubicBezTo>
                  <a:pt x="29112" y="25745"/>
                  <a:pt x="29602" y="26176"/>
                  <a:pt x="30081" y="26620"/>
                </a:cubicBezTo>
                <a:cubicBezTo>
                  <a:pt x="30221" y="26783"/>
                  <a:pt x="30268" y="27017"/>
                  <a:pt x="30209" y="27227"/>
                </a:cubicBezTo>
                <a:cubicBezTo>
                  <a:pt x="30127" y="27402"/>
                  <a:pt x="29859" y="27542"/>
                  <a:pt x="29649" y="27589"/>
                </a:cubicBezTo>
                <a:cubicBezTo>
                  <a:pt x="29582" y="27596"/>
                  <a:pt x="29514" y="27600"/>
                  <a:pt x="29445" y="27600"/>
                </a:cubicBezTo>
                <a:cubicBezTo>
                  <a:pt x="29287" y="27600"/>
                  <a:pt x="29127" y="27579"/>
                  <a:pt x="28972" y="27531"/>
                </a:cubicBezTo>
                <a:cubicBezTo>
                  <a:pt x="28575" y="27437"/>
                  <a:pt x="28190" y="27297"/>
                  <a:pt x="27793" y="27204"/>
                </a:cubicBezTo>
                <a:cubicBezTo>
                  <a:pt x="27428" y="27131"/>
                  <a:pt x="27068" y="27029"/>
                  <a:pt x="26695" y="27029"/>
                </a:cubicBezTo>
                <a:cubicBezTo>
                  <a:pt x="26531" y="27029"/>
                  <a:pt x="26364" y="27049"/>
                  <a:pt x="26194" y="27099"/>
                </a:cubicBezTo>
                <a:cubicBezTo>
                  <a:pt x="25598" y="27285"/>
                  <a:pt x="25237" y="27752"/>
                  <a:pt x="25435" y="28336"/>
                </a:cubicBezTo>
                <a:cubicBezTo>
                  <a:pt x="25587" y="28756"/>
                  <a:pt x="25820" y="29141"/>
                  <a:pt x="26124" y="29468"/>
                </a:cubicBezTo>
                <a:cubicBezTo>
                  <a:pt x="27279" y="30659"/>
                  <a:pt x="28703" y="31453"/>
                  <a:pt x="30268" y="31955"/>
                </a:cubicBezTo>
                <a:cubicBezTo>
                  <a:pt x="32240" y="32597"/>
                  <a:pt x="34260" y="33122"/>
                  <a:pt x="36256" y="33717"/>
                </a:cubicBezTo>
                <a:cubicBezTo>
                  <a:pt x="37108" y="33974"/>
                  <a:pt x="37948" y="34277"/>
                  <a:pt x="38684" y="34814"/>
                </a:cubicBezTo>
                <a:cubicBezTo>
                  <a:pt x="39174" y="35188"/>
                  <a:pt x="39197" y="35772"/>
                  <a:pt x="38684" y="36110"/>
                </a:cubicBezTo>
                <a:cubicBezTo>
                  <a:pt x="38322" y="36344"/>
                  <a:pt x="37925" y="36519"/>
                  <a:pt x="37505" y="36624"/>
                </a:cubicBezTo>
                <a:cubicBezTo>
                  <a:pt x="36862" y="36788"/>
                  <a:pt x="36214" y="36848"/>
                  <a:pt x="35560" y="36848"/>
                </a:cubicBezTo>
                <a:cubicBezTo>
                  <a:pt x="35241" y="36848"/>
                  <a:pt x="34920" y="36833"/>
                  <a:pt x="34598" y="36810"/>
                </a:cubicBezTo>
                <a:cubicBezTo>
                  <a:pt x="33081" y="36717"/>
                  <a:pt x="31587" y="36425"/>
                  <a:pt x="30139" y="35947"/>
                </a:cubicBezTo>
                <a:cubicBezTo>
                  <a:pt x="27921" y="35188"/>
                  <a:pt x="25703" y="34406"/>
                  <a:pt x="23521" y="33542"/>
                </a:cubicBezTo>
                <a:cubicBezTo>
                  <a:pt x="21922" y="32912"/>
                  <a:pt x="20381" y="32141"/>
                  <a:pt x="18828" y="31406"/>
                </a:cubicBezTo>
                <a:cubicBezTo>
                  <a:pt x="18268" y="31149"/>
                  <a:pt x="17766" y="30787"/>
                  <a:pt x="17194" y="30589"/>
                </a:cubicBezTo>
                <a:cubicBezTo>
                  <a:pt x="16991" y="30519"/>
                  <a:pt x="16792" y="30485"/>
                  <a:pt x="16606" y="30485"/>
                </a:cubicBezTo>
                <a:cubicBezTo>
                  <a:pt x="15895" y="30485"/>
                  <a:pt x="15362" y="30982"/>
                  <a:pt x="15408" y="31861"/>
                </a:cubicBezTo>
                <a:cubicBezTo>
                  <a:pt x="15420" y="32176"/>
                  <a:pt x="15502" y="32503"/>
                  <a:pt x="15642" y="32795"/>
                </a:cubicBezTo>
                <a:cubicBezTo>
                  <a:pt x="16062" y="33740"/>
                  <a:pt x="16809" y="34429"/>
                  <a:pt x="17673" y="34943"/>
                </a:cubicBezTo>
                <a:cubicBezTo>
                  <a:pt x="18758" y="35608"/>
                  <a:pt x="19890" y="36215"/>
                  <a:pt x="21034" y="36775"/>
                </a:cubicBezTo>
                <a:cubicBezTo>
                  <a:pt x="23439" y="37931"/>
                  <a:pt x="25937" y="38853"/>
                  <a:pt x="28517" y="39530"/>
                </a:cubicBezTo>
                <a:cubicBezTo>
                  <a:pt x="30513" y="40067"/>
                  <a:pt x="32544" y="40487"/>
                  <a:pt x="34563" y="40919"/>
                </a:cubicBezTo>
                <a:cubicBezTo>
                  <a:pt x="35287" y="41094"/>
                  <a:pt x="36034" y="41199"/>
                  <a:pt x="36781" y="41211"/>
                </a:cubicBezTo>
                <a:cubicBezTo>
                  <a:pt x="52072" y="41223"/>
                  <a:pt x="67375" y="41223"/>
                  <a:pt x="82667" y="41223"/>
                </a:cubicBezTo>
                <a:lnTo>
                  <a:pt x="83063" y="41223"/>
                </a:lnTo>
                <a:lnTo>
                  <a:pt x="83063" y="13967"/>
                </a:lnTo>
                <a:cubicBezTo>
                  <a:pt x="81908" y="14200"/>
                  <a:pt x="80799" y="14375"/>
                  <a:pt x="79690" y="14644"/>
                </a:cubicBezTo>
                <a:cubicBezTo>
                  <a:pt x="77846" y="15076"/>
                  <a:pt x="76013" y="15531"/>
                  <a:pt x="74192" y="16033"/>
                </a:cubicBezTo>
                <a:cubicBezTo>
                  <a:pt x="72219" y="16558"/>
                  <a:pt x="70247" y="17130"/>
                  <a:pt x="68286" y="17702"/>
                </a:cubicBezTo>
                <a:cubicBezTo>
                  <a:pt x="66430" y="18251"/>
                  <a:pt x="64585" y="18846"/>
                  <a:pt x="62730" y="19383"/>
                </a:cubicBezTo>
                <a:cubicBezTo>
                  <a:pt x="60920" y="19920"/>
                  <a:pt x="59088" y="20410"/>
                  <a:pt x="57278" y="20924"/>
                </a:cubicBezTo>
                <a:cubicBezTo>
                  <a:pt x="55796" y="21344"/>
                  <a:pt x="54278" y="21577"/>
                  <a:pt x="52749" y="21589"/>
                </a:cubicBezTo>
                <a:cubicBezTo>
                  <a:pt x="52598" y="21593"/>
                  <a:pt x="52446" y="21594"/>
                  <a:pt x="52295" y="21594"/>
                </a:cubicBezTo>
                <a:cubicBezTo>
                  <a:pt x="50941" y="21594"/>
                  <a:pt x="49588" y="21455"/>
                  <a:pt x="48255" y="21192"/>
                </a:cubicBezTo>
                <a:cubicBezTo>
                  <a:pt x="46703" y="20877"/>
                  <a:pt x="45150" y="20527"/>
                  <a:pt x="43598" y="20188"/>
                </a:cubicBezTo>
                <a:cubicBezTo>
                  <a:pt x="42839" y="20025"/>
                  <a:pt x="42080" y="19815"/>
                  <a:pt x="41310" y="19721"/>
                </a:cubicBezTo>
                <a:cubicBezTo>
                  <a:pt x="41236" y="19713"/>
                  <a:pt x="41162" y="19709"/>
                  <a:pt x="41090" y="19709"/>
                </a:cubicBezTo>
                <a:cubicBezTo>
                  <a:pt x="40278" y="19709"/>
                  <a:pt x="39629" y="20244"/>
                  <a:pt x="39758" y="21134"/>
                </a:cubicBezTo>
                <a:cubicBezTo>
                  <a:pt x="39851" y="21647"/>
                  <a:pt x="40213" y="21928"/>
                  <a:pt x="40633" y="22173"/>
                </a:cubicBezTo>
                <a:cubicBezTo>
                  <a:pt x="41088" y="22395"/>
                  <a:pt x="41520" y="22663"/>
                  <a:pt x="41929" y="22955"/>
                </a:cubicBezTo>
                <a:cubicBezTo>
                  <a:pt x="42255" y="23223"/>
                  <a:pt x="42255" y="23620"/>
                  <a:pt x="41929" y="23889"/>
                </a:cubicBezTo>
                <a:cubicBezTo>
                  <a:pt x="41532" y="24215"/>
                  <a:pt x="41088" y="24484"/>
                  <a:pt x="40610" y="24671"/>
                </a:cubicBezTo>
                <a:cubicBezTo>
                  <a:pt x="39805" y="24960"/>
                  <a:pt x="38980" y="25081"/>
                  <a:pt x="38137" y="25081"/>
                </a:cubicBezTo>
                <a:cubicBezTo>
                  <a:pt x="37720" y="25081"/>
                  <a:pt x="37299" y="25052"/>
                  <a:pt x="36874" y="24998"/>
                </a:cubicBezTo>
                <a:cubicBezTo>
                  <a:pt x="35812" y="24869"/>
                  <a:pt x="34762" y="24706"/>
                  <a:pt x="33793" y="24286"/>
                </a:cubicBezTo>
                <a:cubicBezTo>
                  <a:pt x="31295" y="23223"/>
                  <a:pt x="28820" y="22138"/>
                  <a:pt x="26392" y="20947"/>
                </a:cubicBezTo>
                <a:cubicBezTo>
                  <a:pt x="24606" y="20083"/>
                  <a:pt x="22879" y="19091"/>
                  <a:pt x="21174" y="18064"/>
                </a:cubicBezTo>
                <a:cubicBezTo>
                  <a:pt x="18070" y="16208"/>
                  <a:pt x="15210" y="13990"/>
                  <a:pt x="12630" y="11457"/>
                </a:cubicBezTo>
                <a:cubicBezTo>
                  <a:pt x="11533" y="10383"/>
                  <a:pt x="10471" y="9274"/>
                  <a:pt x="9455" y="8119"/>
                </a:cubicBezTo>
                <a:cubicBezTo>
                  <a:pt x="8229" y="6753"/>
                  <a:pt x="7062" y="5341"/>
                  <a:pt x="5918" y="3916"/>
                </a:cubicBezTo>
                <a:cubicBezTo>
                  <a:pt x="5089" y="2889"/>
                  <a:pt x="4354" y="1792"/>
                  <a:pt x="3549" y="776"/>
                </a:cubicBezTo>
                <a:cubicBezTo>
                  <a:pt x="3142" y="261"/>
                  <a:pt x="2550" y="1"/>
                  <a:pt x="195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38"/>
          <p:cNvSpPr txBox="1"/>
          <p:nvPr/>
        </p:nvSpPr>
        <p:spPr>
          <a:xfrm>
            <a:off x="138224" y="1279250"/>
            <a:ext cx="2555700" cy="14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Andreas </a:t>
            </a:r>
            <a:endParaRPr sz="1100"/>
          </a:p>
          <a:p>
            <a:pPr indent="-2286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Data Preprocessing</a:t>
            </a:r>
            <a:endParaRPr sz="1100"/>
          </a:p>
          <a:p>
            <a:pPr indent="-2286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ML &amp; Neural</a:t>
            </a:r>
            <a:endParaRPr sz="1100"/>
          </a:p>
          <a:p>
            <a:pPr indent="-2286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Analysis</a:t>
            </a:r>
            <a:endParaRPr sz="1100"/>
          </a:p>
          <a:p>
            <a:pPr indent="-2286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Main Coder</a:t>
            </a:r>
            <a:endParaRPr sz="1100"/>
          </a:p>
        </p:txBody>
      </p:sp>
      <p:sp>
        <p:nvSpPr>
          <p:cNvPr id="239" name="Google Shape;239;p38"/>
          <p:cNvSpPr txBox="1"/>
          <p:nvPr/>
        </p:nvSpPr>
        <p:spPr>
          <a:xfrm>
            <a:off x="5678522" y="1344131"/>
            <a:ext cx="3886200" cy="14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Lea Treml</a:t>
            </a:r>
            <a:endParaRPr sz="1100"/>
          </a:p>
          <a:p>
            <a:pPr indent="-2286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Baseline &amp; Statistical</a:t>
            </a:r>
            <a:endParaRPr sz="1100"/>
          </a:p>
          <a:p>
            <a:pPr indent="-2286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Documentation </a:t>
            </a:r>
            <a:endParaRPr sz="1100"/>
          </a:p>
          <a:p>
            <a:pPr indent="-2286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Analysis</a:t>
            </a:r>
            <a:endParaRPr sz="1100"/>
          </a:p>
          <a:p>
            <a:pPr indent="-2286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Pitchdeck</a:t>
            </a:r>
            <a:endParaRPr b="0" i="0" sz="1500" u="none" cap="none" strike="noStrike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descr="sticker" id="240" name="Google Shape;24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835632">
            <a:off x="7324399" y="155068"/>
            <a:ext cx="1467853" cy="1467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175702"/>
            <a:ext cx="3886200" cy="196445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8"/>
          <p:cNvSpPr/>
          <p:nvPr/>
        </p:nvSpPr>
        <p:spPr>
          <a:xfrm>
            <a:off x="2640000" y="1682375"/>
            <a:ext cx="2309400" cy="15906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243" name="Google Shape;243;p38"/>
          <p:cNvSpPr txBox="1"/>
          <p:nvPr/>
        </p:nvSpPr>
        <p:spPr>
          <a:xfrm>
            <a:off x="2984150" y="1765425"/>
            <a:ext cx="1311900" cy="9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244" name="Google Shape;244;p38"/>
          <p:cNvSpPr txBox="1"/>
          <p:nvPr/>
        </p:nvSpPr>
        <p:spPr>
          <a:xfrm>
            <a:off x="2976148" y="2012400"/>
            <a:ext cx="1637100" cy="14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</a:pPr>
            <a:r>
              <a:rPr lang="en-GB" sz="1500">
                <a:solidFill>
                  <a:schemeClr val="lt1"/>
                </a:solidFill>
                <a:latin typeface="Yusei Magic"/>
                <a:ea typeface="Yusei Magic"/>
                <a:cs typeface="Yusei Magic"/>
                <a:sym typeface="Yusei Magic"/>
              </a:rPr>
              <a:t>HOW MUCH </a:t>
            </a:r>
            <a:endParaRPr sz="1500">
              <a:solidFill>
                <a:schemeClr val="lt1"/>
              </a:solidFill>
              <a:latin typeface="Yusei Magic"/>
              <a:ea typeface="Yusei Magic"/>
              <a:cs typeface="Yusei Magic"/>
              <a:sym typeface="Yusei Magic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</a:pPr>
            <a:r>
              <a:rPr lang="en-GB" sz="1500">
                <a:solidFill>
                  <a:schemeClr val="lt1"/>
                </a:solidFill>
                <a:latin typeface="Yusei Magic"/>
                <a:ea typeface="Yusei Magic"/>
                <a:cs typeface="Yusei Magic"/>
                <a:sym typeface="Yusei Magic"/>
              </a:rPr>
              <a:t>DO WE NEED TO </a:t>
            </a:r>
            <a:endParaRPr sz="1500">
              <a:solidFill>
                <a:schemeClr val="lt1"/>
              </a:solidFill>
              <a:latin typeface="Yusei Magic"/>
              <a:ea typeface="Yusei Magic"/>
              <a:cs typeface="Yusei Magic"/>
              <a:sym typeface="Yusei Magic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</a:pPr>
            <a:r>
              <a:rPr lang="en-GB" sz="1500">
                <a:solidFill>
                  <a:schemeClr val="lt1"/>
                </a:solidFill>
                <a:latin typeface="Yusei Magic"/>
                <a:ea typeface="Yusei Magic"/>
                <a:cs typeface="Yusei Magic"/>
                <a:sym typeface="Yusei Magic"/>
              </a:rPr>
              <a:t>SHIP?</a:t>
            </a:r>
            <a:endParaRPr sz="1500">
              <a:solidFill>
                <a:schemeClr val="lt1"/>
              </a:solidFill>
              <a:latin typeface="Yusei Magic"/>
              <a:ea typeface="Yusei Magic"/>
              <a:cs typeface="Yusei Magic"/>
              <a:sym typeface="Yusei Magic"/>
            </a:endParaRPr>
          </a:p>
        </p:txBody>
      </p:sp>
      <p:sp>
        <p:nvSpPr>
          <p:cNvPr id="245" name="Google Shape;245;p38"/>
          <p:cNvSpPr txBox="1"/>
          <p:nvPr/>
        </p:nvSpPr>
        <p:spPr>
          <a:xfrm>
            <a:off x="4004425" y="4394075"/>
            <a:ext cx="543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rgbClr val="0000FF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https://github.com/andreasranzmaier/TIS3-Fitzgerald</a:t>
            </a:r>
            <a:endParaRPr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9"/>
          <p:cNvSpPr/>
          <p:nvPr/>
        </p:nvSpPr>
        <p:spPr>
          <a:xfrm>
            <a:off x="-27619" y="0"/>
            <a:ext cx="4532084" cy="1360194"/>
          </a:xfrm>
          <a:custGeom>
            <a:rect b="b" l="l" r="r" t="t"/>
            <a:pathLst>
              <a:path extrusionOk="0" h="24479" w="81138">
                <a:moveTo>
                  <a:pt x="0" y="1"/>
                </a:moveTo>
                <a:lnTo>
                  <a:pt x="0" y="24479"/>
                </a:lnTo>
                <a:cubicBezTo>
                  <a:pt x="444" y="24199"/>
                  <a:pt x="876" y="23918"/>
                  <a:pt x="1319" y="23650"/>
                </a:cubicBezTo>
                <a:cubicBezTo>
                  <a:pt x="3327" y="22389"/>
                  <a:pt x="5603" y="21619"/>
                  <a:pt x="7973" y="21420"/>
                </a:cubicBezTo>
                <a:cubicBezTo>
                  <a:pt x="8378" y="21385"/>
                  <a:pt x="8783" y="21368"/>
                  <a:pt x="9188" y="21368"/>
                </a:cubicBezTo>
                <a:cubicBezTo>
                  <a:pt x="10135" y="21368"/>
                  <a:pt x="11079" y="21462"/>
                  <a:pt x="12011" y="21642"/>
                </a:cubicBezTo>
                <a:cubicBezTo>
                  <a:pt x="13949" y="22027"/>
                  <a:pt x="15899" y="22413"/>
                  <a:pt x="17813" y="22891"/>
                </a:cubicBezTo>
                <a:cubicBezTo>
                  <a:pt x="20241" y="23498"/>
                  <a:pt x="22680" y="24058"/>
                  <a:pt x="25190" y="24257"/>
                </a:cubicBezTo>
                <a:cubicBezTo>
                  <a:pt x="25656" y="24288"/>
                  <a:pt x="26122" y="24303"/>
                  <a:pt x="26587" y="24303"/>
                </a:cubicBezTo>
                <a:cubicBezTo>
                  <a:pt x="29645" y="24303"/>
                  <a:pt x="32678" y="23641"/>
                  <a:pt x="35474" y="22354"/>
                </a:cubicBezTo>
                <a:cubicBezTo>
                  <a:pt x="38053" y="21152"/>
                  <a:pt x="40458" y="19588"/>
                  <a:pt x="42606" y="17720"/>
                </a:cubicBezTo>
                <a:cubicBezTo>
                  <a:pt x="44147" y="16401"/>
                  <a:pt x="45594" y="14977"/>
                  <a:pt x="47135" y="13670"/>
                </a:cubicBezTo>
                <a:cubicBezTo>
                  <a:pt x="48641" y="12386"/>
                  <a:pt x="50193" y="11148"/>
                  <a:pt x="51781" y="9981"/>
                </a:cubicBezTo>
                <a:cubicBezTo>
                  <a:pt x="53893" y="8452"/>
                  <a:pt x="56100" y="7063"/>
                  <a:pt x="58399" y="5849"/>
                </a:cubicBezTo>
                <a:cubicBezTo>
                  <a:pt x="60897" y="4483"/>
                  <a:pt x="63477" y="3281"/>
                  <a:pt x="66138" y="2265"/>
                </a:cubicBezTo>
                <a:cubicBezTo>
                  <a:pt x="67749" y="1647"/>
                  <a:pt x="69395" y="1098"/>
                  <a:pt x="71041" y="549"/>
                </a:cubicBezTo>
                <a:cubicBezTo>
                  <a:pt x="71543" y="374"/>
                  <a:pt x="72080" y="164"/>
                  <a:pt x="72605" y="164"/>
                </a:cubicBezTo>
                <a:cubicBezTo>
                  <a:pt x="73825" y="149"/>
                  <a:pt x="75044" y="145"/>
                  <a:pt x="76262" y="145"/>
                </a:cubicBezTo>
                <a:cubicBezTo>
                  <a:pt x="77886" y="145"/>
                  <a:pt x="79510" y="153"/>
                  <a:pt x="81138" y="153"/>
                </a:cubicBezTo>
                <a:lnTo>
                  <a:pt x="8113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39"/>
          <p:cNvSpPr/>
          <p:nvPr/>
        </p:nvSpPr>
        <p:spPr>
          <a:xfrm flipH="1">
            <a:off x="-768034" y="-492371"/>
            <a:ext cx="2966068" cy="1429769"/>
          </a:xfrm>
          <a:custGeom>
            <a:rect b="b" l="l" r="r" t="t"/>
            <a:pathLst>
              <a:path extrusionOk="0" h="48423" w="99931">
                <a:moveTo>
                  <a:pt x="66117" y="0"/>
                </a:moveTo>
                <a:cubicBezTo>
                  <a:pt x="65478" y="0"/>
                  <a:pt x="64837" y="16"/>
                  <a:pt x="64196" y="16"/>
                </a:cubicBezTo>
                <a:cubicBezTo>
                  <a:pt x="64092" y="16"/>
                  <a:pt x="63989" y="16"/>
                  <a:pt x="63885" y="15"/>
                </a:cubicBezTo>
                <a:cubicBezTo>
                  <a:pt x="63824" y="14"/>
                  <a:pt x="63763" y="14"/>
                  <a:pt x="63702" y="14"/>
                </a:cubicBezTo>
                <a:cubicBezTo>
                  <a:pt x="62058" y="14"/>
                  <a:pt x="60405" y="166"/>
                  <a:pt x="58784" y="458"/>
                </a:cubicBezTo>
                <a:cubicBezTo>
                  <a:pt x="56671" y="832"/>
                  <a:pt x="54570" y="1205"/>
                  <a:pt x="52492" y="1696"/>
                </a:cubicBezTo>
                <a:cubicBezTo>
                  <a:pt x="50613" y="2139"/>
                  <a:pt x="48746" y="2688"/>
                  <a:pt x="46913" y="3283"/>
                </a:cubicBezTo>
                <a:cubicBezTo>
                  <a:pt x="44742" y="3995"/>
                  <a:pt x="42606" y="4754"/>
                  <a:pt x="40493" y="5594"/>
                </a:cubicBezTo>
                <a:cubicBezTo>
                  <a:pt x="37668" y="6703"/>
                  <a:pt x="34890" y="7917"/>
                  <a:pt x="32088" y="9061"/>
                </a:cubicBezTo>
                <a:cubicBezTo>
                  <a:pt x="30501" y="9703"/>
                  <a:pt x="28902" y="10310"/>
                  <a:pt x="27291" y="10894"/>
                </a:cubicBezTo>
                <a:cubicBezTo>
                  <a:pt x="27120" y="10951"/>
                  <a:pt x="26941" y="10980"/>
                  <a:pt x="26763" y="10980"/>
                </a:cubicBezTo>
                <a:cubicBezTo>
                  <a:pt x="26614" y="10980"/>
                  <a:pt x="26466" y="10960"/>
                  <a:pt x="26322" y="10917"/>
                </a:cubicBezTo>
                <a:cubicBezTo>
                  <a:pt x="25552" y="10614"/>
                  <a:pt x="25342" y="9878"/>
                  <a:pt x="25855" y="9201"/>
                </a:cubicBezTo>
                <a:cubicBezTo>
                  <a:pt x="26381" y="8477"/>
                  <a:pt x="26987" y="7835"/>
                  <a:pt x="27665" y="7263"/>
                </a:cubicBezTo>
                <a:cubicBezTo>
                  <a:pt x="29240" y="5991"/>
                  <a:pt x="30898" y="4836"/>
                  <a:pt x="32497" y="3587"/>
                </a:cubicBezTo>
                <a:cubicBezTo>
                  <a:pt x="33151" y="3026"/>
                  <a:pt x="33781" y="2431"/>
                  <a:pt x="34376" y="1812"/>
                </a:cubicBezTo>
                <a:cubicBezTo>
                  <a:pt x="34598" y="1591"/>
                  <a:pt x="34738" y="1287"/>
                  <a:pt x="34551" y="984"/>
                </a:cubicBezTo>
                <a:cubicBezTo>
                  <a:pt x="34384" y="727"/>
                  <a:pt x="34133" y="662"/>
                  <a:pt x="33849" y="662"/>
                </a:cubicBezTo>
                <a:cubicBezTo>
                  <a:pt x="33796" y="662"/>
                  <a:pt x="33742" y="665"/>
                  <a:pt x="33688" y="668"/>
                </a:cubicBezTo>
                <a:cubicBezTo>
                  <a:pt x="32532" y="750"/>
                  <a:pt x="31388" y="984"/>
                  <a:pt x="30303" y="1392"/>
                </a:cubicBezTo>
                <a:cubicBezTo>
                  <a:pt x="28482" y="2011"/>
                  <a:pt x="26672" y="2688"/>
                  <a:pt x="24886" y="3411"/>
                </a:cubicBezTo>
                <a:cubicBezTo>
                  <a:pt x="22622" y="4345"/>
                  <a:pt x="20462" y="5501"/>
                  <a:pt x="18350" y="6750"/>
                </a:cubicBezTo>
                <a:cubicBezTo>
                  <a:pt x="15198" y="8618"/>
                  <a:pt x="12221" y="10742"/>
                  <a:pt x="9548" y="13252"/>
                </a:cubicBezTo>
                <a:cubicBezTo>
                  <a:pt x="8113" y="14629"/>
                  <a:pt x="6759" y="16076"/>
                  <a:pt x="5463" y="17582"/>
                </a:cubicBezTo>
                <a:cubicBezTo>
                  <a:pt x="3969" y="19333"/>
                  <a:pt x="2685" y="21259"/>
                  <a:pt x="1623" y="23302"/>
                </a:cubicBezTo>
                <a:cubicBezTo>
                  <a:pt x="514" y="25380"/>
                  <a:pt x="117" y="27621"/>
                  <a:pt x="23" y="29944"/>
                </a:cubicBezTo>
                <a:cubicBezTo>
                  <a:pt x="0" y="31018"/>
                  <a:pt x="152" y="32080"/>
                  <a:pt x="467" y="33095"/>
                </a:cubicBezTo>
                <a:cubicBezTo>
                  <a:pt x="887" y="34449"/>
                  <a:pt x="1704" y="35652"/>
                  <a:pt x="2813" y="36551"/>
                </a:cubicBezTo>
                <a:cubicBezTo>
                  <a:pt x="4284" y="37729"/>
                  <a:pt x="5988" y="38185"/>
                  <a:pt x="7821" y="38196"/>
                </a:cubicBezTo>
                <a:cubicBezTo>
                  <a:pt x="9350" y="38185"/>
                  <a:pt x="10856" y="37928"/>
                  <a:pt x="12291" y="37426"/>
                </a:cubicBezTo>
                <a:cubicBezTo>
                  <a:pt x="14381" y="36726"/>
                  <a:pt x="16319" y="35745"/>
                  <a:pt x="18023" y="34356"/>
                </a:cubicBezTo>
                <a:cubicBezTo>
                  <a:pt x="19330" y="33282"/>
                  <a:pt x="20579" y="32138"/>
                  <a:pt x="21886" y="31088"/>
                </a:cubicBezTo>
                <a:cubicBezTo>
                  <a:pt x="24244" y="29220"/>
                  <a:pt x="26766" y="27574"/>
                  <a:pt x="29427" y="26197"/>
                </a:cubicBezTo>
                <a:cubicBezTo>
                  <a:pt x="31563" y="25076"/>
                  <a:pt x="33793" y="24142"/>
                  <a:pt x="36081" y="23419"/>
                </a:cubicBezTo>
                <a:cubicBezTo>
                  <a:pt x="38158" y="22765"/>
                  <a:pt x="40306" y="22321"/>
                  <a:pt x="42466" y="22111"/>
                </a:cubicBezTo>
                <a:cubicBezTo>
                  <a:pt x="43633" y="22006"/>
                  <a:pt x="44812" y="21995"/>
                  <a:pt x="45979" y="21960"/>
                </a:cubicBezTo>
                <a:cubicBezTo>
                  <a:pt x="46015" y="21959"/>
                  <a:pt x="46051" y="21958"/>
                  <a:pt x="46086" y="21958"/>
                </a:cubicBezTo>
                <a:cubicBezTo>
                  <a:pt x="46519" y="21958"/>
                  <a:pt x="46960" y="22019"/>
                  <a:pt x="47391" y="22030"/>
                </a:cubicBezTo>
                <a:cubicBezTo>
                  <a:pt x="48174" y="22053"/>
                  <a:pt x="48956" y="22041"/>
                  <a:pt x="49726" y="22076"/>
                </a:cubicBezTo>
                <a:cubicBezTo>
                  <a:pt x="50952" y="22146"/>
                  <a:pt x="52166" y="22181"/>
                  <a:pt x="53380" y="22333"/>
                </a:cubicBezTo>
                <a:cubicBezTo>
                  <a:pt x="54955" y="22520"/>
                  <a:pt x="56543" y="22765"/>
                  <a:pt x="58119" y="23057"/>
                </a:cubicBezTo>
                <a:cubicBezTo>
                  <a:pt x="59543" y="23337"/>
                  <a:pt x="60955" y="23757"/>
                  <a:pt x="62239" y="24458"/>
                </a:cubicBezTo>
                <a:cubicBezTo>
                  <a:pt x="63348" y="25053"/>
                  <a:pt x="64387" y="25777"/>
                  <a:pt x="65461" y="26454"/>
                </a:cubicBezTo>
                <a:cubicBezTo>
                  <a:pt x="66395" y="27026"/>
                  <a:pt x="67305" y="27633"/>
                  <a:pt x="68414" y="27843"/>
                </a:cubicBezTo>
                <a:cubicBezTo>
                  <a:pt x="68502" y="27858"/>
                  <a:pt x="68590" y="27866"/>
                  <a:pt x="68677" y="27866"/>
                </a:cubicBezTo>
                <a:cubicBezTo>
                  <a:pt x="69572" y="27866"/>
                  <a:pt x="70374" y="27080"/>
                  <a:pt x="70118" y="26197"/>
                </a:cubicBezTo>
                <a:cubicBezTo>
                  <a:pt x="69978" y="25765"/>
                  <a:pt x="69733" y="25368"/>
                  <a:pt x="69418" y="25041"/>
                </a:cubicBezTo>
                <a:cubicBezTo>
                  <a:pt x="68391" y="23874"/>
                  <a:pt x="67002" y="23290"/>
                  <a:pt x="65566" y="22788"/>
                </a:cubicBezTo>
                <a:cubicBezTo>
                  <a:pt x="64971" y="22567"/>
                  <a:pt x="64399" y="22298"/>
                  <a:pt x="63862" y="21960"/>
                </a:cubicBezTo>
                <a:cubicBezTo>
                  <a:pt x="63523" y="21761"/>
                  <a:pt x="63558" y="21469"/>
                  <a:pt x="63897" y="21329"/>
                </a:cubicBezTo>
                <a:cubicBezTo>
                  <a:pt x="64156" y="21219"/>
                  <a:pt x="64442" y="21161"/>
                  <a:pt x="64731" y="21161"/>
                </a:cubicBezTo>
                <a:cubicBezTo>
                  <a:pt x="64780" y="21161"/>
                  <a:pt x="64828" y="21162"/>
                  <a:pt x="64877" y="21166"/>
                </a:cubicBezTo>
                <a:cubicBezTo>
                  <a:pt x="66418" y="21283"/>
                  <a:pt x="67830" y="21866"/>
                  <a:pt x="69161" y="22602"/>
                </a:cubicBezTo>
                <a:cubicBezTo>
                  <a:pt x="70352" y="23244"/>
                  <a:pt x="71496" y="23956"/>
                  <a:pt x="72628" y="24679"/>
                </a:cubicBezTo>
                <a:cubicBezTo>
                  <a:pt x="74834" y="26092"/>
                  <a:pt x="77017" y="27527"/>
                  <a:pt x="78955" y="29302"/>
                </a:cubicBezTo>
                <a:cubicBezTo>
                  <a:pt x="80694" y="30878"/>
                  <a:pt x="82223" y="32675"/>
                  <a:pt x="83484" y="34648"/>
                </a:cubicBezTo>
                <a:cubicBezTo>
                  <a:pt x="85188" y="37368"/>
                  <a:pt x="86425" y="40286"/>
                  <a:pt x="87698" y="43204"/>
                </a:cubicBezTo>
                <a:cubicBezTo>
                  <a:pt x="88059" y="44033"/>
                  <a:pt x="88491" y="44838"/>
                  <a:pt x="88993" y="45609"/>
                </a:cubicBezTo>
                <a:cubicBezTo>
                  <a:pt x="89256" y="45993"/>
                  <a:pt x="89586" y="46146"/>
                  <a:pt x="89907" y="46146"/>
                </a:cubicBezTo>
                <a:cubicBezTo>
                  <a:pt x="90387" y="46146"/>
                  <a:pt x="90847" y="45806"/>
                  <a:pt x="91036" y="45387"/>
                </a:cubicBezTo>
                <a:cubicBezTo>
                  <a:pt x="91374" y="44651"/>
                  <a:pt x="91316" y="43881"/>
                  <a:pt x="91223" y="43111"/>
                </a:cubicBezTo>
                <a:cubicBezTo>
                  <a:pt x="91036" y="41523"/>
                  <a:pt x="90499" y="40006"/>
                  <a:pt x="89635" y="38652"/>
                </a:cubicBezTo>
                <a:cubicBezTo>
                  <a:pt x="88783" y="37309"/>
                  <a:pt x="87803" y="36072"/>
                  <a:pt x="86892" y="34753"/>
                </a:cubicBezTo>
                <a:cubicBezTo>
                  <a:pt x="86495" y="34169"/>
                  <a:pt x="86133" y="33562"/>
                  <a:pt x="85795" y="32932"/>
                </a:cubicBezTo>
                <a:cubicBezTo>
                  <a:pt x="85631" y="32640"/>
                  <a:pt x="85491" y="32302"/>
                  <a:pt x="85830" y="32010"/>
                </a:cubicBezTo>
                <a:cubicBezTo>
                  <a:pt x="85953" y="31899"/>
                  <a:pt x="86075" y="31858"/>
                  <a:pt x="86194" y="31858"/>
                </a:cubicBezTo>
                <a:cubicBezTo>
                  <a:pt x="86403" y="31858"/>
                  <a:pt x="86606" y="31983"/>
                  <a:pt x="86799" y="32080"/>
                </a:cubicBezTo>
                <a:cubicBezTo>
                  <a:pt x="87674" y="32512"/>
                  <a:pt x="88340" y="33212"/>
                  <a:pt x="88958" y="33924"/>
                </a:cubicBezTo>
                <a:cubicBezTo>
                  <a:pt x="90546" y="35757"/>
                  <a:pt x="91725" y="37846"/>
                  <a:pt x="92729" y="40029"/>
                </a:cubicBezTo>
                <a:cubicBezTo>
                  <a:pt x="93627" y="42013"/>
                  <a:pt x="94503" y="44009"/>
                  <a:pt x="95448" y="45970"/>
                </a:cubicBezTo>
                <a:cubicBezTo>
                  <a:pt x="95798" y="46647"/>
                  <a:pt x="96230" y="47278"/>
                  <a:pt x="96744" y="47838"/>
                </a:cubicBezTo>
                <a:cubicBezTo>
                  <a:pt x="97027" y="48216"/>
                  <a:pt x="97468" y="48423"/>
                  <a:pt x="97922" y="48423"/>
                </a:cubicBezTo>
                <a:cubicBezTo>
                  <a:pt x="98086" y="48423"/>
                  <a:pt x="98252" y="48396"/>
                  <a:pt x="98413" y="48340"/>
                </a:cubicBezTo>
                <a:cubicBezTo>
                  <a:pt x="99219" y="48095"/>
                  <a:pt x="99475" y="47406"/>
                  <a:pt x="99650" y="46694"/>
                </a:cubicBezTo>
                <a:cubicBezTo>
                  <a:pt x="99931" y="45574"/>
                  <a:pt x="99919" y="44441"/>
                  <a:pt x="99837" y="43286"/>
                </a:cubicBezTo>
                <a:cubicBezTo>
                  <a:pt x="99744" y="41955"/>
                  <a:pt x="99534" y="40624"/>
                  <a:pt x="99230" y="39329"/>
                </a:cubicBezTo>
                <a:cubicBezTo>
                  <a:pt x="98845" y="37613"/>
                  <a:pt x="98296" y="35944"/>
                  <a:pt x="97584" y="34333"/>
                </a:cubicBezTo>
                <a:cubicBezTo>
                  <a:pt x="97223" y="33516"/>
                  <a:pt x="96767" y="32745"/>
                  <a:pt x="96464" y="31916"/>
                </a:cubicBezTo>
                <a:cubicBezTo>
                  <a:pt x="95962" y="30562"/>
                  <a:pt x="95542" y="29173"/>
                  <a:pt x="95110" y="27796"/>
                </a:cubicBezTo>
                <a:cubicBezTo>
                  <a:pt x="94479" y="25765"/>
                  <a:pt x="93931" y="23710"/>
                  <a:pt x="93207" y="21703"/>
                </a:cubicBezTo>
                <a:cubicBezTo>
                  <a:pt x="92542" y="19835"/>
                  <a:pt x="91783" y="17991"/>
                  <a:pt x="90943" y="16205"/>
                </a:cubicBezTo>
                <a:cubicBezTo>
                  <a:pt x="90277" y="14851"/>
                  <a:pt x="89530" y="13543"/>
                  <a:pt x="88701" y="12294"/>
                </a:cubicBezTo>
                <a:cubicBezTo>
                  <a:pt x="87347" y="10182"/>
                  <a:pt x="85701" y="8279"/>
                  <a:pt x="83799" y="6645"/>
                </a:cubicBezTo>
                <a:cubicBezTo>
                  <a:pt x="81791" y="4917"/>
                  <a:pt x="79550" y="3505"/>
                  <a:pt x="77134" y="2419"/>
                </a:cubicBezTo>
                <a:cubicBezTo>
                  <a:pt x="74145" y="1077"/>
                  <a:pt x="70959" y="271"/>
                  <a:pt x="67690" y="50"/>
                </a:cubicBezTo>
                <a:cubicBezTo>
                  <a:pt x="67168" y="11"/>
                  <a:pt x="66643" y="0"/>
                  <a:pt x="6611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39"/>
          <p:cNvSpPr txBox="1"/>
          <p:nvPr>
            <p:ph type="title"/>
          </p:nvPr>
        </p:nvSpPr>
        <p:spPr>
          <a:xfrm>
            <a:off x="543400" y="53105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en-GB" sz="3300">
                <a:solidFill>
                  <a:schemeClr val="lt1"/>
                </a:solidFill>
              </a:rPr>
              <a:t>Problem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253" name="Google Shape;253;p39"/>
          <p:cNvSpPr txBox="1"/>
          <p:nvPr>
            <p:ph idx="1" type="body"/>
          </p:nvPr>
        </p:nvSpPr>
        <p:spPr>
          <a:xfrm>
            <a:off x="1166250" y="1656250"/>
            <a:ext cx="6328800" cy="18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114300" lvl="0" marL="1143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GB" sz="15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Import values rising – why is that? </a:t>
            </a:r>
            <a:r>
              <a:rPr lang="en-GB" sz="15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Only</a:t>
            </a:r>
            <a:r>
              <a:rPr lang="en-GB" sz="15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 </a:t>
            </a:r>
            <a:r>
              <a:rPr lang="en-GB" sz="15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value</a:t>
            </a:r>
            <a:r>
              <a:rPr lang="en-GB" sz="15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? </a:t>
            </a:r>
            <a:endParaRPr sz="1100"/>
          </a:p>
          <a:p>
            <a:pPr indent="-114300" lvl="0" marL="1143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GB" sz="15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Demand growth vs. price inflation unclear</a:t>
            </a:r>
            <a:endParaRPr sz="1100"/>
          </a:p>
          <a:p>
            <a:pPr indent="-114300" lvl="0" marL="1143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GB" sz="15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No reliable short-term forecast for planning</a:t>
            </a:r>
            <a:endParaRPr sz="1100"/>
          </a:p>
          <a:p>
            <a:pPr indent="-114300" lvl="0" marL="1143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GB" sz="15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Risk of wrong economic &amp; business decisions</a:t>
            </a:r>
            <a:endParaRPr sz="1100"/>
          </a:p>
          <a:p>
            <a:pPr indent="-11430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500">
              <a:solidFill>
                <a:schemeClr val="dk1"/>
              </a:solidFill>
              <a:latin typeface="Yusei Magic"/>
              <a:ea typeface="Yusei Magic"/>
              <a:cs typeface="Yusei Magic"/>
              <a:sym typeface="Yusei Magic"/>
            </a:endParaRPr>
          </a:p>
          <a:p>
            <a:pPr indent="-1651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 sz="1100"/>
          </a:p>
        </p:txBody>
      </p:sp>
      <p:sp>
        <p:nvSpPr>
          <p:cNvPr id="254" name="Google Shape;254;p39"/>
          <p:cNvSpPr/>
          <p:nvPr/>
        </p:nvSpPr>
        <p:spPr>
          <a:xfrm flipH="1">
            <a:off x="-173386" y="4177578"/>
            <a:ext cx="2755028" cy="1360147"/>
          </a:xfrm>
          <a:custGeom>
            <a:rect b="b" l="l" r="r" t="t"/>
            <a:pathLst>
              <a:path extrusionOk="0" h="41223" w="83064">
                <a:moveTo>
                  <a:pt x="1958" y="1"/>
                </a:moveTo>
                <a:cubicBezTo>
                  <a:pt x="1411" y="1"/>
                  <a:pt x="865" y="223"/>
                  <a:pt x="467" y="671"/>
                </a:cubicBezTo>
                <a:cubicBezTo>
                  <a:pt x="23" y="1185"/>
                  <a:pt x="0" y="1780"/>
                  <a:pt x="58" y="2387"/>
                </a:cubicBezTo>
                <a:cubicBezTo>
                  <a:pt x="175" y="3391"/>
                  <a:pt x="665" y="4255"/>
                  <a:pt x="1191" y="5095"/>
                </a:cubicBezTo>
                <a:cubicBezTo>
                  <a:pt x="2533" y="7197"/>
                  <a:pt x="4121" y="9146"/>
                  <a:pt x="5906" y="10897"/>
                </a:cubicBezTo>
                <a:cubicBezTo>
                  <a:pt x="6840" y="11819"/>
                  <a:pt x="7832" y="12683"/>
                  <a:pt x="8825" y="13547"/>
                </a:cubicBezTo>
                <a:cubicBezTo>
                  <a:pt x="10821" y="15227"/>
                  <a:pt x="12933" y="16780"/>
                  <a:pt x="15140" y="18181"/>
                </a:cubicBezTo>
                <a:cubicBezTo>
                  <a:pt x="17719" y="19838"/>
                  <a:pt x="20451" y="21216"/>
                  <a:pt x="23171" y="22605"/>
                </a:cubicBezTo>
                <a:cubicBezTo>
                  <a:pt x="24968" y="23538"/>
                  <a:pt x="26766" y="24461"/>
                  <a:pt x="28540" y="25429"/>
                </a:cubicBezTo>
                <a:cubicBezTo>
                  <a:pt x="29112" y="25745"/>
                  <a:pt x="29602" y="26176"/>
                  <a:pt x="30081" y="26620"/>
                </a:cubicBezTo>
                <a:cubicBezTo>
                  <a:pt x="30221" y="26783"/>
                  <a:pt x="30268" y="27017"/>
                  <a:pt x="30209" y="27227"/>
                </a:cubicBezTo>
                <a:cubicBezTo>
                  <a:pt x="30127" y="27402"/>
                  <a:pt x="29859" y="27542"/>
                  <a:pt x="29649" y="27589"/>
                </a:cubicBezTo>
                <a:cubicBezTo>
                  <a:pt x="29582" y="27596"/>
                  <a:pt x="29514" y="27600"/>
                  <a:pt x="29445" y="27600"/>
                </a:cubicBezTo>
                <a:cubicBezTo>
                  <a:pt x="29287" y="27600"/>
                  <a:pt x="29127" y="27579"/>
                  <a:pt x="28972" y="27531"/>
                </a:cubicBezTo>
                <a:cubicBezTo>
                  <a:pt x="28575" y="27437"/>
                  <a:pt x="28190" y="27297"/>
                  <a:pt x="27793" y="27204"/>
                </a:cubicBezTo>
                <a:cubicBezTo>
                  <a:pt x="27428" y="27131"/>
                  <a:pt x="27068" y="27029"/>
                  <a:pt x="26695" y="27029"/>
                </a:cubicBezTo>
                <a:cubicBezTo>
                  <a:pt x="26531" y="27029"/>
                  <a:pt x="26364" y="27049"/>
                  <a:pt x="26194" y="27099"/>
                </a:cubicBezTo>
                <a:cubicBezTo>
                  <a:pt x="25598" y="27285"/>
                  <a:pt x="25237" y="27752"/>
                  <a:pt x="25435" y="28336"/>
                </a:cubicBezTo>
                <a:cubicBezTo>
                  <a:pt x="25587" y="28756"/>
                  <a:pt x="25820" y="29141"/>
                  <a:pt x="26124" y="29468"/>
                </a:cubicBezTo>
                <a:cubicBezTo>
                  <a:pt x="27279" y="30659"/>
                  <a:pt x="28703" y="31453"/>
                  <a:pt x="30268" y="31955"/>
                </a:cubicBezTo>
                <a:cubicBezTo>
                  <a:pt x="32240" y="32597"/>
                  <a:pt x="34260" y="33122"/>
                  <a:pt x="36256" y="33717"/>
                </a:cubicBezTo>
                <a:cubicBezTo>
                  <a:pt x="37108" y="33974"/>
                  <a:pt x="37948" y="34277"/>
                  <a:pt x="38684" y="34814"/>
                </a:cubicBezTo>
                <a:cubicBezTo>
                  <a:pt x="39174" y="35188"/>
                  <a:pt x="39197" y="35772"/>
                  <a:pt x="38684" y="36110"/>
                </a:cubicBezTo>
                <a:cubicBezTo>
                  <a:pt x="38322" y="36344"/>
                  <a:pt x="37925" y="36519"/>
                  <a:pt x="37505" y="36624"/>
                </a:cubicBezTo>
                <a:cubicBezTo>
                  <a:pt x="36862" y="36788"/>
                  <a:pt x="36214" y="36848"/>
                  <a:pt x="35560" y="36848"/>
                </a:cubicBezTo>
                <a:cubicBezTo>
                  <a:pt x="35241" y="36848"/>
                  <a:pt x="34920" y="36833"/>
                  <a:pt x="34598" y="36810"/>
                </a:cubicBezTo>
                <a:cubicBezTo>
                  <a:pt x="33081" y="36717"/>
                  <a:pt x="31587" y="36425"/>
                  <a:pt x="30139" y="35947"/>
                </a:cubicBezTo>
                <a:cubicBezTo>
                  <a:pt x="27921" y="35188"/>
                  <a:pt x="25703" y="34406"/>
                  <a:pt x="23521" y="33542"/>
                </a:cubicBezTo>
                <a:cubicBezTo>
                  <a:pt x="21922" y="32912"/>
                  <a:pt x="20381" y="32141"/>
                  <a:pt x="18828" y="31406"/>
                </a:cubicBezTo>
                <a:cubicBezTo>
                  <a:pt x="18268" y="31149"/>
                  <a:pt x="17766" y="30787"/>
                  <a:pt x="17194" y="30589"/>
                </a:cubicBezTo>
                <a:cubicBezTo>
                  <a:pt x="16991" y="30519"/>
                  <a:pt x="16792" y="30485"/>
                  <a:pt x="16606" y="30485"/>
                </a:cubicBezTo>
                <a:cubicBezTo>
                  <a:pt x="15895" y="30485"/>
                  <a:pt x="15362" y="30982"/>
                  <a:pt x="15408" y="31861"/>
                </a:cubicBezTo>
                <a:cubicBezTo>
                  <a:pt x="15420" y="32176"/>
                  <a:pt x="15502" y="32503"/>
                  <a:pt x="15642" y="32795"/>
                </a:cubicBezTo>
                <a:cubicBezTo>
                  <a:pt x="16062" y="33740"/>
                  <a:pt x="16809" y="34429"/>
                  <a:pt x="17673" y="34943"/>
                </a:cubicBezTo>
                <a:cubicBezTo>
                  <a:pt x="18758" y="35608"/>
                  <a:pt x="19890" y="36215"/>
                  <a:pt x="21034" y="36775"/>
                </a:cubicBezTo>
                <a:cubicBezTo>
                  <a:pt x="23439" y="37931"/>
                  <a:pt x="25937" y="38853"/>
                  <a:pt x="28517" y="39530"/>
                </a:cubicBezTo>
                <a:cubicBezTo>
                  <a:pt x="30513" y="40067"/>
                  <a:pt x="32544" y="40487"/>
                  <a:pt x="34563" y="40919"/>
                </a:cubicBezTo>
                <a:cubicBezTo>
                  <a:pt x="35287" y="41094"/>
                  <a:pt x="36034" y="41199"/>
                  <a:pt x="36781" y="41211"/>
                </a:cubicBezTo>
                <a:cubicBezTo>
                  <a:pt x="52072" y="41223"/>
                  <a:pt x="67375" y="41223"/>
                  <a:pt x="82667" y="41223"/>
                </a:cubicBezTo>
                <a:lnTo>
                  <a:pt x="83063" y="41223"/>
                </a:lnTo>
                <a:lnTo>
                  <a:pt x="83063" y="13967"/>
                </a:lnTo>
                <a:cubicBezTo>
                  <a:pt x="81908" y="14200"/>
                  <a:pt x="80799" y="14375"/>
                  <a:pt x="79690" y="14644"/>
                </a:cubicBezTo>
                <a:cubicBezTo>
                  <a:pt x="77846" y="15076"/>
                  <a:pt x="76013" y="15531"/>
                  <a:pt x="74192" y="16033"/>
                </a:cubicBezTo>
                <a:cubicBezTo>
                  <a:pt x="72219" y="16558"/>
                  <a:pt x="70247" y="17130"/>
                  <a:pt x="68286" y="17702"/>
                </a:cubicBezTo>
                <a:cubicBezTo>
                  <a:pt x="66430" y="18251"/>
                  <a:pt x="64585" y="18846"/>
                  <a:pt x="62730" y="19383"/>
                </a:cubicBezTo>
                <a:cubicBezTo>
                  <a:pt x="60920" y="19920"/>
                  <a:pt x="59088" y="20410"/>
                  <a:pt x="57278" y="20924"/>
                </a:cubicBezTo>
                <a:cubicBezTo>
                  <a:pt x="55796" y="21344"/>
                  <a:pt x="54278" y="21577"/>
                  <a:pt x="52749" y="21589"/>
                </a:cubicBezTo>
                <a:cubicBezTo>
                  <a:pt x="52598" y="21593"/>
                  <a:pt x="52446" y="21594"/>
                  <a:pt x="52295" y="21594"/>
                </a:cubicBezTo>
                <a:cubicBezTo>
                  <a:pt x="50941" y="21594"/>
                  <a:pt x="49588" y="21455"/>
                  <a:pt x="48255" y="21192"/>
                </a:cubicBezTo>
                <a:cubicBezTo>
                  <a:pt x="46703" y="20877"/>
                  <a:pt x="45150" y="20527"/>
                  <a:pt x="43598" y="20188"/>
                </a:cubicBezTo>
                <a:cubicBezTo>
                  <a:pt x="42839" y="20025"/>
                  <a:pt x="42080" y="19815"/>
                  <a:pt x="41310" y="19721"/>
                </a:cubicBezTo>
                <a:cubicBezTo>
                  <a:pt x="41236" y="19713"/>
                  <a:pt x="41162" y="19709"/>
                  <a:pt x="41090" y="19709"/>
                </a:cubicBezTo>
                <a:cubicBezTo>
                  <a:pt x="40278" y="19709"/>
                  <a:pt x="39629" y="20244"/>
                  <a:pt x="39758" y="21134"/>
                </a:cubicBezTo>
                <a:cubicBezTo>
                  <a:pt x="39851" y="21647"/>
                  <a:pt x="40213" y="21928"/>
                  <a:pt x="40633" y="22173"/>
                </a:cubicBezTo>
                <a:cubicBezTo>
                  <a:pt x="41088" y="22395"/>
                  <a:pt x="41520" y="22663"/>
                  <a:pt x="41929" y="22955"/>
                </a:cubicBezTo>
                <a:cubicBezTo>
                  <a:pt x="42255" y="23223"/>
                  <a:pt x="42255" y="23620"/>
                  <a:pt x="41929" y="23889"/>
                </a:cubicBezTo>
                <a:cubicBezTo>
                  <a:pt x="41532" y="24215"/>
                  <a:pt x="41088" y="24484"/>
                  <a:pt x="40610" y="24671"/>
                </a:cubicBezTo>
                <a:cubicBezTo>
                  <a:pt x="39805" y="24960"/>
                  <a:pt x="38980" y="25081"/>
                  <a:pt x="38137" y="25081"/>
                </a:cubicBezTo>
                <a:cubicBezTo>
                  <a:pt x="37720" y="25081"/>
                  <a:pt x="37299" y="25052"/>
                  <a:pt x="36874" y="24998"/>
                </a:cubicBezTo>
                <a:cubicBezTo>
                  <a:pt x="35812" y="24869"/>
                  <a:pt x="34762" y="24706"/>
                  <a:pt x="33793" y="24286"/>
                </a:cubicBezTo>
                <a:cubicBezTo>
                  <a:pt x="31295" y="23223"/>
                  <a:pt x="28820" y="22138"/>
                  <a:pt x="26392" y="20947"/>
                </a:cubicBezTo>
                <a:cubicBezTo>
                  <a:pt x="24606" y="20083"/>
                  <a:pt x="22879" y="19091"/>
                  <a:pt x="21174" y="18064"/>
                </a:cubicBezTo>
                <a:cubicBezTo>
                  <a:pt x="18070" y="16208"/>
                  <a:pt x="15210" y="13990"/>
                  <a:pt x="12630" y="11457"/>
                </a:cubicBezTo>
                <a:cubicBezTo>
                  <a:pt x="11533" y="10383"/>
                  <a:pt x="10471" y="9274"/>
                  <a:pt x="9455" y="8119"/>
                </a:cubicBezTo>
                <a:cubicBezTo>
                  <a:pt x="8229" y="6753"/>
                  <a:pt x="7062" y="5341"/>
                  <a:pt x="5918" y="3916"/>
                </a:cubicBezTo>
                <a:cubicBezTo>
                  <a:pt x="5089" y="2889"/>
                  <a:pt x="4354" y="1792"/>
                  <a:pt x="3549" y="776"/>
                </a:cubicBezTo>
                <a:cubicBezTo>
                  <a:pt x="3142" y="261"/>
                  <a:pt x="2550" y="1"/>
                  <a:pt x="195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39"/>
          <p:cNvSpPr/>
          <p:nvPr/>
        </p:nvSpPr>
        <p:spPr>
          <a:xfrm flipH="1">
            <a:off x="6353471" y="3471525"/>
            <a:ext cx="2993315" cy="1740627"/>
          </a:xfrm>
          <a:custGeom>
            <a:rect b="b" l="l" r="r" t="t"/>
            <a:pathLst>
              <a:path extrusionOk="0" h="53952" w="92297">
                <a:moveTo>
                  <a:pt x="38287" y="1"/>
                </a:moveTo>
                <a:cubicBezTo>
                  <a:pt x="37676" y="1"/>
                  <a:pt x="37064" y="10"/>
                  <a:pt x="36454" y="35"/>
                </a:cubicBezTo>
                <a:cubicBezTo>
                  <a:pt x="34843" y="117"/>
                  <a:pt x="33232" y="292"/>
                  <a:pt x="31645" y="584"/>
                </a:cubicBezTo>
                <a:cubicBezTo>
                  <a:pt x="29766" y="899"/>
                  <a:pt x="27898" y="1307"/>
                  <a:pt x="26042" y="1774"/>
                </a:cubicBezTo>
                <a:cubicBezTo>
                  <a:pt x="23976" y="2300"/>
                  <a:pt x="21980" y="3058"/>
                  <a:pt x="20019" y="3899"/>
                </a:cubicBezTo>
                <a:cubicBezTo>
                  <a:pt x="17462" y="4984"/>
                  <a:pt x="15000" y="6257"/>
                  <a:pt x="12700" y="7821"/>
                </a:cubicBezTo>
                <a:cubicBezTo>
                  <a:pt x="10972" y="8988"/>
                  <a:pt x="9280" y="10225"/>
                  <a:pt x="7692" y="11556"/>
                </a:cubicBezTo>
                <a:cubicBezTo>
                  <a:pt x="6198" y="12817"/>
                  <a:pt x="4786" y="14159"/>
                  <a:pt x="3455" y="15583"/>
                </a:cubicBezTo>
                <a:cubicBezTo>
                  <a:pt x="2276" y="16821"/>
                  <a:pt x="1237" y="18198"/>
                  <a:pt x="152" y="19517"/>
                </a:cubicBezTo>
                <a:cubicBezTo>
                  <a:pt x="47" y="19692"/>
                  <a:pt x="0" y="19891"/>
                  <a:pt x="12" y="20089"/>
                </a:cubicBezTo>
                <a:lnTo>
                  <a:pt x="12" y="43119"/>
                </a:lnTo>
                <a:lnTo>
                  <a:pt x="12" y="53952"/>
                </a:lnTo>
                <a:lnTo>
                  <a:pt x="92227" y="53952"/>
                </a:lnTo>
                <a:cubicBezTo>
                  <a:pt x="92262" y="53928"/>
                  <a:pt x="92273" y="53847"/>
                  <a:pt x="92297" y="53800"/>
                </a:cubicBezTo>
                <a:lnTo>
                  <a:pt x="87919" y="53788"/>
                </a:lnTo>
                <a:cubicBezTo>
                  <a:pt x="87966" y="53170"/>
                  <a:pt x="88036" y="52574"/>
                  <a:pt x="88048" y="51979"/>
                </a:cubicBezTo>
                <a:cubicBezTo>
                  <a:pt x="88094" y="50263"/>
                  <a:pt x="88153" y="48547"/>
                  <a:pt x="88129" y="46820"/>
                </a:cubicBezTo>
                <a:cubicBezTo>
                  <a:pt x="88094" y="45617"/>
                  <a:pt x="88001" y="44415"/>
                  <a:pt x="87849" y="43224"/>
                </a:cubicBezTo>
                <a:cubicBezTo>
                  <a:pt x="87557" y="40820"/>
                  <a:pt x="87172" y="38427"/>
                  <a:pt x="86472" y="36116"/>
                </a:cubicBezTo>
                <a:cubicBezTo>
                  <a:pt x="85900" y="34260"/>
                  <a:pt x="85316" y="32392"/>
                  <a:pt x="84628" y="30571"/>
                </a:cubicBezTo>
                <a:cubicBezTo>
                  <a:pt x="83659" y="28096"/>
                  <a:pt x="82468" y="25704"/>
                  <a:pt x="81067" y="23451"/>
                </a:cubicBezTo>
                <a:cubicBezTo>
                  <a:pt x="79632" y="21081"/>
                  <a:pt x="77997" y="18852"/>
                  <a:pt x="76176" y="16786"/>
                </a:cubicBezTo>
                <a:cubicBezTo>
                  <a:pt x="75336" y="15840"/>
                  <a:pt x="74484" y="14883"/>
                  <a:pt x="73585" y="13996"/>
                </a:cubicBezTo>
                <a:cubicBezTo>
                  <a:pt x="69710" y="10179"/>
                  <a:pt x="65239" y="7039"/>
                  <a:pt x="60348" y="4693"/>
                </a:cubicBezTo>
                <a:cubicBezTo>
                  <a:pt x="58422" y="3759"/>
                  <a:pt x="56438" y="2977"/>
                  <a:pt x="54395" y="2358"/>
                </a:cubicBezTo>
                <a:cubicBezTo>
                  <a:pt x="52609" y="1821"/>
                  <a:pt x="50812" y="1342"/>
                  <a:pt x="48991" y="922"/>
                </a:cubicBezTo>
                <a:cubicBezTo>
                  <a:pt x="47905" y="677"/>
                  <a:pt x="46796" y="502"/>
                  <a:pt x="45687" y="385"/>
                </a:cubicBezTo>
                <a:cubicBezTo>
                  <a:pt x="44637" y="245"/>
                  <a:pt x="43586" y="128"/>
                  <a:pt x="42524" y="93"/>
                </a:cubicBezTo>
                <a:cubicBezTo>
                  <a:pt x="41115" y="53"/>
                  <a:pt x="39700" y="1"/>
                  <a:pt x="3828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6" name="Google Shape;256;p39"/>
          <p:cNvGrpSpPr/>
          <p:nvPr/>
        </p:nvGrpSpPr>
        <p:grpSpPr>
          <a:xfrm flipH="1">
            <a:off x="8153508" y="4177578"/>
            <a:ext cx="387749" cy="306391"/>
            <a:chOff x="1101425" y="4597125"/>
            <a:chExt cx="469550" cy="374575"/>
          </a:xfrm>
        </p:grpSpPr>
        <p:sp>
          <p:nvSpPr>
            <p:cNvPr id="257" name="Google Shape;257;p39"/>
            <p:cNvSpPr/>
            <p:nvPr/>
          </p:nvSpPr>
          <p:spPr>
            <a:xfrm>
              <a:off x="1101425" y="4597125"/>
              <a:ext cx="438050" cy="283250"/>
            </a:xfrm>
            <a:custGeom>
              <a:rect b="b" l="l" r="r" t="t"/>
              <a:pathLst>
                <a:path extrusionOk="0" h="11330" w="17522">
                  <a:moveTo>
                    <a:pt x="12099" y="0"/>
                  </a:moveTo>
                  <a:cubicBezTo>
                    <a:pt x="11486" y="0"/>
                    <a:pt x="10870" y="51"/>
                    <a:pt x="10261" y="146"/>
                  </a:cubicBezTo>
                  <a:cubicBezTo>
                    <a:pt x="9607" y="228"/>
                    <a:pt x="8965" y="357"/>
                    <a:pt x="8335" y="532"/>
                  </a:cubicBezTo>
                  <a:cubicBezTo>
                    <a:pt x="7086" y="870"/>
                    <a:pt x="5895" y="1407"/>
                    <a:pt x="4809" y="2119"/>
                  </a:cubicBezTo>
                  <a:cubicBezTo>
                    <a:pt x="3467" y="2971"/>
                    <a:pt x="2276" y="4057"/>
                    <a:pt x="1308" y="5318"/>
                  </a:cubicBezTo>
                  <a:cubicBezTo>
                    <a:pt x="432" y="6438"/>
                    <a:pt x="0" y="7699"/>
                    <a:pt x="199" y="9135"/>
                  </a:cubicBezTo>
                  <a:cubicBezTo>
                    <a:pt x="257" y="9660"/>
                    <a:pt x="409" y="10162"/>
                    <a:pt x="654" y="10640"/>
                  </a:cubicBezTo>
                  <a:cubicBezTo>
                    <a:pt x="829" y="11014"/>
                    <a:pt x="1121" y="11271"/>
                    <a:pt x="1553" y="11306"/>
                  </a:cubicBezTo>
                  <a:cubicBezTo>
                    <a:pt x="1833" y="11329"/>
                    <a:pt x="2101" y="11329"/>
                    <a:pt x="2381" y="11329"/>
                  </a:cubicBezTo>
                  <a:cubicBezTo>
                    <a:pt x="3140" y="11317"/>
                    <a:pt x="3899" y="11177"/>
                    <a:pt x="4623" y="10909"/>
                  </a:cubicBezTo>
                  <a:cubicBezTo>
                    <a:pt x="6269" y="10325"/>
                    <a:pt x="7447" y="9193"/>
                    <a:pt x="8405" y="7769"/>
                  </a:cubicBezTo>
                  <a:cubicBezTo>
                    <a:pt x="8813" y="7162"/>
                    <a:pt x="9257" y="6578"/>
                    <a:pt x="9747" y="6018"/>
                  </a:cubicBezTo>
                  <a:cubicBezTo>
                    <a:pt x="10459" y="5224"/>
                    <a:pt x="11346" y="4594"/>
                    <a:pt x="12338" y="4174"/>
                  </a:cubicBezTo>
                  <a:cubicBezTo>
                    <a:pt x="12969" y="3893"/>
                    <a:pt x="13634" y="3707"/>
                    <a:pt x="14323" y="3602"/>
                  </a:cubicBezTo>
                  <a:cubicBezTo>
                    <a:pt x="15011" y="3497"/>
                    <a:pt x="15712" y="3415"/>
                    <a:pt x="16412" y="3310"/>
                  </a:cubicBezTo>
                  <a:cubicBezTo>
                    <a:pt x="16774" y="3275"/>
                    <a:pt x="17124" y="3193"/>
                    <a:pt x="17521" y="3123"/>
                  </a:cubicBezTo>
                  <a:cubicBezTo>
                    <a:pt x="17439" y="2983"/>
                    <a:pt x="17369" y="2866"/>
                    <a:pt x="17311" y="2761"/>
                  </a:cubicBezTo>
                  <a:cubicBezTo>
                    <a:pt x="16307" y="964"/>
                    <a:pt x="14743" y="100"/>
                    <a:pt x="12724" y="18"/>
                  </a:cubicBezTo>
                  <a:cubicBezTo>
                    <a:pt x="12516" y="6"/>
                    <a:pt x="12308" y="0"/>
                    <a:pt x="120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39"/>
            <p:cNvSpPr/>
            <p:nvPr/>
          </p:nvSpPr>
          <p:spPr>
            <a:xfrm>
              <a:off x="1148975" y="4706625"/>
              <a:ext cx="422000" cy="265075"/>
            </a:xfrm>
            <a:custGeom>
              <a:rect b="b" l="l" r="r" t="t"/>
              <a:pathLst>
                <a:path extrusionOk="0" h="10603" w="16880">
                  <a:moveTo>
                    <a:pt x="15934" y="0"/>
                  </a:moveTo>
                  <a:cubicBezTo>
                    <a:pt x="15911" y="0"/>
                    <a:pt x="15888" y="1"/>
                    <a:pt x="15864" y="4"/>
                  </a:cubicBezTo>
                  <a:cubicBezTo>
                    <a:pt x="15339" y="15"/>
                    <a:pt x="14825" y="62"/>
                    <a:pt x="14312" y="132"/>
                  </a:cubicBezTo>
                  <a:cubicBezTo>
                    <a:pt x="13214" y="296"/>
                    <a:pt x="12141" y="611"/>
                    <a:pt x="11113" y="1054"/>
                  </a:cubicBezTo>
                  <a:cubicBezTo>
                    <a:pt x="10308" y="1428"/>
                    <a:pt x="9561" y="1918"/>
                    <a:pt x="8896" y="2525"/>
                  </a:cubicBezTo>
                  <a:cubicBezTo>
                    <a:pt x="8102" y="3260"/>
                    <a:pt x="7448" y="4148"/>
                    <a:pt x="6970" y="5116"/>
                  </a:cubicBezTo>
                  <a:cubicBezTo>
                    <a:pt x="6573" y="5863"/>
                    <a:pt x="6001" y="6517"/>
                    <a:pt x="5300" y="6996"/>
                  </a:cubicBezTo>
                  <a:cubicBezTo>
                    <a:pt x="4308" y="7661"/>
                    <a:pt x="3188" y="7918"/>
                    <a:pt x="2020" y="8035"/>
                  </a:cubicBezTo>
                  <a:cubicBezTo>
                    <a:pt x="1460" y="8093"/>
                    <a:pt x="900" y="8163"/>
                    <a:pt x="339" y="8233"/>
                  </a:cubicBezTo>
                  <a:cubicBezTo>
                    <a:pt x="246" y="8245"/>
                    <a:pt x="141" y="8256"/>
                    <a:pt x="48" y="8280"/>
                  </a:cubicBezTo>
                  <a:lnTo>
                    <a:pt x="1" y="8361"/>
                  </a:lnTo>
                  <a:cubicBezTo>
                    <a:pt x="409" y="8723"/>
                    <a:pt x="783" y="9108"/>
                    <a:pt x="1203" y="9435"/>
                  </a:cubicBezTo>
                  <a:cubicBezTo>
                    <a:pt x="2160" y="10182"/>
                    <a:pt x="3281" y="10498"/>
                    <a:pt x="4460" y="10568"/>
                  </a:cubicBezTo>
                  <a:cubicBezTo>
                    <a:pt x="4814" y="10591"/>
                    <a:pt x="5167" y="10603"/>
                    <a:pt x="5519" y="10603"/>
                  </a:cubicBezTo>
                  <a:cubicBezTo>
                    <a:pt x="6222" y="10603"/>
                    <a:pt x="6923" y="10556"/>
                    <a:pt x="7623" y="10463"/>
                  </a:cubicBezTo>
                  <a:cubicBezTo>
                    <a:pt x="8569" y="10322"/>
                    <a:pt x="9491" y="10066"/>
                    <a:pt x="10366" y="9715"/>
                  </a:cubicBezTo>
                  <a:cubicBezTo>
                    <a:pt x="11160" y="9389"/>
                    <a:pt x="11907" y="8980"/>
                    <a:pt x="12608" y="8478"/>
                  </a:cubicBezTo>
                  <a:cubicBezTo>
                    <a:pt x="13460" y="7871"/>
                    <a:pt x="14242" y="7147"/>
                    <a:pt x="14930" y="6342"/>
                  </a:cubicBezTo>
                  <a:cubicBezTo>
                    <a:pt x="15409" y="5758"/>
                    <a:pt x="15899" y="5163"/>
                    <a:pt x="16238" y="4474"/>
                  </a:cubicBezTo>
                  <a:cubicBezTo>
                    <a:pt x="16541" y="3879"/>
                    <a:pt x="16728" y="3237"/>
                    <a:pt x="16798" y="2572"/>
                  </a:cubicBezTo>
                  <a:cubicBezTo>
                    <a:pt x="16880" y="1871"/>
                    <a:pt x="16821" y="1183"/>
                    <a:pt x="16611" y="517"/>
                  </a:cubicBezTo>
                  <a:cubicBezTo>
                    <a:pt x="16524" y="213"/>
                    <a:pt x="16246" y="0"/>
                    <a:pt x="159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9" name="Google Shape;259;p39"/>
          <p:cNvGrpSpPr/>
          <p:nvPr/>
        </p:nvGrpSpPr>
        <p:grpSpPr>
          <a:xfrm flipH="1">
            <a:off x="8078002" y="3913709"/>
            <a:ext cx="179299" cy="230912"/>
            <a:chOff x="1454525" y="4245300"/>
            <a:chExt cx="217125" cy="282300"/>
          </a:xfrm>
        </p:grpSpPr>
        <p:sp>
          <p:nvSpPr>
            <p:cNvPr id="260" name="Google Shape;260;p39"/>
            <p:cNvSpPr/>
            <p:nvPr/>
          </p:nvSpPr>
          <p:spPr>
            <a:xfrm>
              <a:off x="1454525" y="4258175"/>
              <a:ext cx="152350" cy="269425"/>
            </a:xfrm>
            <a:custGeom>
              <a:rect b="b" l="l" r="r" t="t"/>
              <a:pathLst>
                <a:path extrusionOk="0" h="10777" w="6094">
                  <a:moveTo>
                    <a:pt x="2335" y="1"/>
                  </a:moveTo>
                  <a:cubicBezTo>
                    <a:pt x="2230" y="24"/>
                    <a:pt x="2136" y="59"/>
                    <a:pt x="2055" y="94"/>
                  </a:cubicBezTo>
                  <a:cubicBezTo>
                    <a:pt x="1634" y="257"/>
                    <a:pt x="1261" y="514"/>
                    <a:pt x="957" y="841"/>
                  </a:cubicBezTo>
                  <a:cubicBezTo>
                    <a:pt x="782" y="1028"/>
                    <a:pt x="642" y="1226"/>
                    <a:pt x="514" y="1448"/>
                  </a:cubicBezTo>
                  <a:cubicBezTo>
                    <a:pt x="421" y="1623"/>
                    <a:pt x="339" y="1822"/>
                    <a:pt x="269" y="2008"/>
                  </a:cubicBezTo>
                  <a:cubicBezTo>
                    <a:pt x="210" y="2183"/>
                    <a:pt x="152" y="2359"/>
                    <a:pt x="129" y="2545"/>
                  </a:cubicBezTo>
                  <a:cubicBezTo>
                    <a:pt x="82" y="2860"/>
                    <a:pt x="47" y="3176"/>
                    <a:pt x="24" y="3491"/>
                  </a:cubicBezTo>
                  <a:cubicBezTo>
                    <a:pt x="0" y="3771"/>
                    <a:pt x="0" y="4051"/>
                    <a:pt x="0" y="4320"/>
                  </a:cubicBezTo>
                  <a:cubicBezTo>
                    <a:pt x="0" y="4541"/>
                    <a:pt x="24" y="4751"/>
                    <a:pt x="59" y="4973"/>
                  </a:cubicBezTo>
                  <a:cubicBezTo>
                    <a:pt x="94" y="5242"/>
                    <a:pt x="129" y="5522"/>
                    <a:pt x="187" y="5790"/>
                  </a:cubicBezTo>
                  <a:cubicBezTo>
                    <a:pt x="280" y="6164"/>
                    <a:pt x="386" y="6537"/>
                    <a:pt x="514" y="6899"/>
                  </a:cubicBezTo>
                  <a:cubicBezTo>
                    <a:pt x="619" y="7203"/>
                    <a:pt x="759" y="7495"/>
                    <a:pt x="911" y="7763"/>
                  </a:cubicBezTo>
                  <a:cubicBezTo>
                    <a:pt x="1063" y="8067"/>
                    <a:pt x="1249" y="8347"/>
                    <a:pt x="1436" y="8638"/>
                  </a:cubicBezTo>
                  <a:cubicBezTo>
                    <a:pt x="1541" y="8802"/>
                    <a:pt x="1646" y="8954"/>
                    <a:pt x="1775" y="9105"/>
                  </a:cubicBezTo>
                  <a:cubicBezTo>
                    <a:pt x="1973" y="9351"/>
                    <a:pt x="2195" y="9572"/>
                    <a:pt x="2393" y="9806"/>
                  </a:cubicBezTo>
                  <a:cubicBezTo>
                    <a:pt x="2603" y="10039"/>
                    <a:pt x="2860" y="10238"/>
                    <a:pt x="3140" y="10389"/>
                  </a:cubicBezTo>
                  <a:cubicBezTo>
                    <a:pt x="3269" y="10459"/>
                    <a:pt x="3397" y="10506"/>
                    <a:pt x="3525" y="10564"/>
                  </a:cubicBezTo>
                  <a:cubicBezTo>
                    <a:pt x="3858" y="10715"/>
                    <a:pt x="4210" y="10776"/>
                    <a:pt x="4572" y="10776"/>
                  </a:cubicBezTo>
                  <a:cubicBezTo>
                    <a:pt x="4605" y="10776"/>
                    <a:pt x="4637" y="10776"/>
                    <a:pt x="4669" y="10775"/>
                  </a:cubicBezTo>
                  <a:cubicBezTo>
                    <a:pt x="4891" y="10751"/>
                    <a:pt x="5113" y="10728"/>
                    <a:pt x="5335" y="10681"/>
                  </a:cubicBezTo>
                  <a:cubicBezTo>
                    <a:pt x="5673" y="10635"/>
                    <a:pt x="5953" y="10366"/>
                    <a:pt x="5988" y="10028"/>
                  </a:cubicBezTo>
                  <a:cubicBezTo>
                    <a:pt x="6070" y="9666"/>
                    <a:pt x="6093" y="9304"/>
                    <a:pt x="6070" y="8930"/>
                  </a:cubicBezTo>
                  <a:cubicBezTo>
                    <a:pt x="6058" y="8580"/>
                    <a:pt x="6000" y="8230"/>
                    <a:pt x="5883" y="7891"/>
                  </a:cubicBezTo>
                  <a:cubicBezTo>
                    <a:pt x="5743" y="7460"/>
                    <a:pt x="5522" y="7051"/>
                    <a:pt x="5253" y="6689"/>
                  </a:cubicBezTo>
                  <a:cubicBezTo>
                    <a:pt x="5031" y="6386"/>
                    <a:pt x="4774" y="6094"/>
                    <a:pt x="4483" y="5849"/>
                  </a:cubicBezTo>
                  <a:cubicBezTo>
                    <a:pt x="4086" y="5545"/>
                    <a:pt x="3724" y="5183"/>
                    <a:pt x="3420" y="4786"/>
                  </a:cubicBezTo>
                  <a:cubicBezTo>
                    <a:pt x="3199" y="4495"/>
                    <a:pt x="3000" y="4191"/>
                    <a:pt x="2825" y="3876"/>
                  </a:cubicBezTo>
                  <a:cubicBezTo>
                    <a:pt x="2650" y="3537"/>
                    <a:pt x="2533" y="3176"/>
                    <a:pt x="2487" y="2802"/>
                  </a:cubicBezTo>
                  <a:cubicBezTo>
                    <a:pt x="2440" y="2405"/>
                    <a:pt x="2393" y="2008"/>
                    <a:pt x="2370" y="1611"/>
                  </a:cubicBezTo>
                  <a:cubicBezTo>
                    <a:pt x="2347" y="1320"/>
                    <a:pt x="2382" y="1039"/>
                    <a:pt x="2382" y="748"/>
                  </a:cubicBezTo>
                  <a:cubicBezTo>
                    <a:pt x="2370" y="503"/>
                    <a:pt x="2347" y="257"/>
                    <a:pt x="2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39"/>
            <p:cNvSpPr/>
            <p:nvPr/>
          </p:nvSpPr>
          <p:spPr>
            <a:xfrm>
              <a:off x="1530400" y="4245300"/>
              <a:ext cx="141250" cy="263000"/>
            </a:xfrm>
            <a:custGeom>
              <a:rect b="b" l="l" r="r" t="t"/>
              <a:pathLst>
                <a:path extrusionOk="0" h="10520" w="5650">
                  <a:moveTo>
                    <a:pt x="913" y="1"/>
                  </a:moveTo>
                  <a:cubicBezTo>
                    <a:pt x="783" y="1"/>
                    <a:pt x="654" y="9"/>
                    <a:pt x="525" y="25"/>
                  </a:cubicBezTo>
                  <a:cubicBezTo>
                    <a:pt x="339" y="49"/>
                    <a:pt x="152" y="107"/>
                    <a:pt x="105" y="317"/>
                  </a:cubicBezTo>
                  <a:cubicBezTo>
                    <a:pt x="47" y="562"/>
                    <a:pt x="24" y="807"/>
                    <a:pt x="12" y="1053"/>
                  </a:cubicBezTo>
                  <a:cubicBezTo>
                    <a:pt x="0" y="1286"/>
                    <a:pt x="12" y="1531"/>
                    <a:pt x="35" y="1765"/>
                  </a:cubicBezTo>
                  <a:cubicBezTo>
                    <a:pt x="70" y="2103"/>
                    <a:pt x="117" y="2430"/>
                    <a:pt x="175" y="2768"/>
                  </a:cubicBezTo>
                  <a:cubicBezTo>
                    <a:pt x="210" y="2955"/>
                    <a:pt x="269" y="3130"/>
                    <a:pt x="315" y="3317"/>
                  </a:cubicBezTo>
                  <a:cubicBezTo>
                    <a:pt x="409" y="3691"/>
                    <a:pt x="561" y="4052"/>
                    <a:pt x="771" y="4379"/>
                  </a:cubicBezTo>
                  <a:cubicBezTo>
                    <a:pt x="899" y="4601"/>
                    <a:pt x="1062" y="4800"/>
                    <a:pt x="1203" y="5010"/>
                  </a:cubicBezTo>
                  <a:cubicBezTo>
                    <a:pt x="1448" y="5336"/>
                    <a:pt x="1751" y="5640"/>
                    <a:pt x="2078" y="5885"/>
                  </a:cubicBezTo>
                  <a:cubicBezTo>
                    <a:pt x="2230" y="6014"/>
                    <a:pt x="2416" y="6095"/>
                    <a:pt x="2557" y="6224"/>
                  </a:cubicBezTo>
                  <a:cubicBezTo>
                    <a:pt x="2825" y="6445"/>
                    <a:pt x="3058" y="6702"/>
                    <a:pt x="3257" y="6994"/>
                  </a:cubicBezTo>
                  <a:cubicBezTo>
                    <a:pt x="3420" y="7251"/>
                    <a:pt x="3549" y="7543"/>
                    <a:pt x="3630" y="7834"/>
                  </a:cubicBezTo>
                  <a:cubicBezTo>
                    <a:pt x="3747" y="8231"/>
                    <a:pt x="3794" y="8628"/>
                    <a:pt x="3782" y="9025"/>
                  </a:cubicBezTo>
                  <a:cubicBezTo>
                    <a:pt x="3771" y="9329"/>
                    <a:pt x="3771" y="9632"/>
                    <a:pt x="3771" y="9936"/>
                  </a:cubicBezTo>
                  <a:lnTo>
                    <a:pt x="3771" y="10484"/>
                  </a:lnTo>
                  <a:lnTo>
                    <a:pt x="3817" y="10519"/>
                  </a:lnTo>
                  <a:cubicBezTo>
                    <a:pt x="3969" y="10391"/>
                    <a:pt x="4132" y="10286"/>
                    <a:pt x="4284" y="10157"/>
                  </a:cubicBezTo>
                  <a:cubicBezTo>
                    <a:pt x="4704" y="9819"/>
                    <a:pt x="5020" y="9375"/>
                    <a:pt x="5218" y="8885"/>
                  </a:cubicBezTo>
                  <a:cubicBezTo>
                    <a:pt x="5358" y="8547"/>
                    <a:pt x="5463" y="8196"/>
                    <a:pt x="5510" y="7834"/>
                  </a:cubicBezTo>
                  <a:cubicBezTo>
                    <a:pt x="5545" y="7601"/>
                    <a:pt x="5568" y="7368"/>
                    <a:pt x="5591" y="7134"/>
                  </a:cubicBezTo>
                  <a:cubicBezTo>
                    <a:pt x="5615" y="6842"/>
                    <a:pt x="5650" y="6550"/>
                    <a:pt x="5650" y="6259"/>
                  </a:cubicBezTo>
                  <a:cubicBezTo>
                    <a:pt x="5650" y="6037"/>
                    <a:pt x="5638" y="5827"/>
                    <a:pt x="5603" y="5605"/>
                  </a:cubicBezTo>
                  <a:cubicBezTo>
                    <a:pt x="5591" y="5336"/>
                    <a:pt x="5545" y="5068"/>
                    <a:pt x="5498" y="4800"/>
                  </a:cubicBezTo>
                  <a:cubicBezTo>
                    <a:pt x="5405" y="4426"/>
                    <a:pt x="5276" y="4064"/>
                    <a:pt x="5160" y="3714"/>
                  </a:cubicBezTo>
                  <a:cubicBezTo>
                    <a:pt x="4949" y="3142"/>
                    <a:pt x="4658" y="2617"/>
                    <a:pt x="4284" y="2150"/>
                  </a:cubicBezTo>
                  <a:cubicBezTo>
                    <a:pt x="3969" y="1753"/>
                    <a:pt x="3630" y="1368"/>
                    <a:pt x="3280" y="1018"/>
                  </a:cubicBezTo>
                  <a:cubicBezTo>
                    <a:pt x="3105" y="842"/>
                    <a:pt x="2907" y="691"/>
                    <a:pt x="2697" y="551"/>
                  </a:cubicBezTo>
                  <a:cubicBezTo>
                    <a:pt x="2451" y="364"/>
                    <a:pt x="2183" y="235"/>
                    <a:pt x="1891" y="154"/>
                  </a:cubicBezTo>
                  <a:cubicBezTo>
                    <a:pt x="1573" y="53"/>
                    <a:pt x="1242" y="1"/>
                    <a:pt x="9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2" name="Google Shape;262;p39"/>
          <p:cNvSpPr/>
          <p:nvPr/>
        </p:nvSpPr>
        <p:spPr>
          <a:xfrm flipH="1">
            <a:off x="6772368" y="-560836"/>
            <a:ext cx="2844057" cy="2011723"/>
          </a:xfrm>
          <a:custGeom>
            <a:rect b="b" l="l" r="r" t="t"/>
            <a:pathLst>
              <a:path extrusionOk="0" h="35183" w="57186">
                <a:moveTo>
                  <a:pt x="12829" y="1"/>
                </a:moveTo>
                <a:cubicBezTo>
                  <a:pt x="11872" y="71"/>
                  <a:pt x="10646" y="141"/>
                  <a:pt x="9409" y="257"/>
                </a:cubicBezTo>
                <a:cubicBezTo>
                  <a:pt x="7856" y="397"/>
                  <a:pt x="6350" y="818"/>
                  <a:pt x="4950" y="1506"/>
                </a:cubicBezTo>
                <a:cubicBezTo>
                  <a:pt x="3129" y="2417"/>
                  <a:pt x="1728" y="3748"/>
                  <a:pt x="911" y="5627"/>
                </a:cubicBezTo>
                <a:cubicBezTo>
                  <a:pt x="257" y="7156"/>
                  <a:pt x="0" y="8814"/>
                  <a:pt x="175" y="10471"/>
                </a:cubicBezTo>
                <a:cubicBezTo>
                  <a:pt x="292" y="11907"/>
                  <a:pt x="701" y="13319"/>
                  <a:pt x="1378" y="14592"/>
                </a:cubicBezTo>
                <a:cubicBezTo>
                  <a:pt x="1751" y="15339"/>
                  <a:pt x="2277" y="15981"/>
                  <a:pt x="2930" y="16494"/>
                </a:cubicBezTo>
                <a:cubicBezTo>
                  <a:pt x="4031" y="17306"/>
                  <a:pt x="5364" y="17747"/>
                  <a:pt x="6728" y="17747"/>
                </a:cubicBezTo>
                <a:cubicBezTo>
                  <a:pt x="6797" y="17747"/>
                  <a:pt x="6865" y="17745"/>
                  <a:pt x="6934" y="17743"/>
                </a:cubicBezTo>
                <a:cubicBezTo>
                  <a:pt x="7880" y="17720"/>
                  <a:pt x="8825" y="17486"/>
                  <a:pt x="9759" y="17346"/>
                </a:cubicBezTo>
                <a:cubicBezTo>
                  <a:pt x="10774" y="17183"/>
                  <a:pt x="11802" y="16926"/>
                  <a:pt x="12817" y="16844"/>
                </a:cubicBezTo>
                <a:cubicBezTo>
                  <a:pt x="13199" y="16810"/>
                  <a:pt x="13579" y="16794"/>
                  <a:pt x="13957" y="16794"/>
                </a:cubicBezTo>
                <a:cubicBezTo>
                  <a:pt x="15522" y="16794"/>
                  <a:pt x="17058" y="17075"/>
                  <a:pt x="18572" y="17545"/>
                </a:cubicBezTo>
                <a:cubicBezTo>
                  <a:pt x="20544" y="18152"/>
                  <a:pt x="22389" y="18981"/>
                  <a:pt x="23965" y="20346"/>
                </a:cubicBezTo>
                <a:cubicBezTo>
                  <a:pt x="25109" y="21338"/>
                  <a:pt x="26217" y="22377"/>
                  <a:pt x="27315" y="23440"/>
                </a:cubicBezTo>
                <a:cubicBezTo>
                  <a:pt x="28003" y="24105"/>
                  <a:pt x="28645" y="24817"/>
                  <a:pt x="29252" y="25552"/>
                </a:cubicBezTo>
                <a:cubicBezTo>
                  <a:pt x="29964" y="26404"/>
                  <a:pt x="30816" y="27035"/>
                  <a:pt x="31890" y="27292"/>
                </a:cubicBezTo>
                <a:cubicBezTo>
                  <a:pt x="32087" y="27337"/>
                  <a:pt x="32281" y="27365"/>
                  <a:pt x="32463" y="27365"/>
                </a:cubicBezTo>
                <a:cubicBezTo>
                  <a:pt x="33069" y="27365"/>
                  <a:pt x="33540" y="27056"/>
                  <a:pt x="33513" y="26078"/>
                </a:cubicBezTo>
                <a:cubicBezTo>
                  <a:pt x="33501" y="25482"/>
                  <a:pt x="33338" y="24887"/>
                  <a:pt x="33279" y="24292"/>
                </a:cubicBezTo>
                <a:cubicBezTo>
                  <a:pt x="33198" y="23603"/>
                  <a:pt x="33174" y="22914"/>
                  <a:pt x="33198" y="22226"/>
                </a:cubicBezTo>
                <a:cubicBezTo>
                  <a:pt x="33247" y="21648"/>
                  <a:pt x="33545" y="21325"/>
                  <a:pt x="33962" y="21325"/>
                </a:cubicBezTo>
                <a:cubicBezTo>
                  <a:pt x="34144" y="21325"/>
                  <a:pt x="34348" y="21386"/>
                  <a:pt x="34563" y="21514"/>
                </a:cubicBezTo>
                <a:cubicBezTo>
                  <a:pt x="35159" y="21852"/>
                  <a:pt x="35707" y="22261"/>
                  <a:pt x="36221" y="22728"/>
                </a:cubicBezTo>
                <a:cubicBezTo>
                  <a:pt x="37365" y="23848"/>
                  <a:pt x="38357" y="25120"/>
                  <a:pt x="39186" y="26498"/>
                </a:cubicBezTo>
                <a:cubicBezTo>
                  <a:pt x="40073" y="27934"/>
                  <a:pt x="40890" y="29439"/>
                  <a:pt x="41754" y="30898"/>
                </a:cubicBezTo>
                <a:cubicBezTo>
                  <a:pt x="42513" y="32206"/>
                  <a:pt x="43330" y="33478"/>
                  <a:pt x="44462" y="34505"/>
                </a:cubicBezTo>
                <a:cubicBezTo>
                  <a:pt x="44754" y="34762"/>
                  <a:pt x="45104" y="34972"/>
                  <a:pt x="45466" y="35112"/>
                </a:cubicBezTo>
                <a:cubicBezTo>
                  <a:pt x="45587" y="35160"/>
                  <a:pt x="45698" y="35183"/>
                  <a:pt x="45800" y="35183"/>
                </a:cubicBezTo>
                <a:cubicBezTo>
                  <a:pt x="46122" y="35183"/>
                  <a:pt x="46351" y="34957"/>
                  <a:pt x="46493" y="34575"/>
                </a:cubicBezTo>
                <a:cubicBezTo>
                  <a:pt x="46656" y="34097"/>
                  <a:pt x="46563" y="33630"/>
                  <a:pt x="46400" y="33198"/>
                </a:cubicBezTo>
                <a:cubicBezTo>
                  <a:pt x="45711" y="31389"/>
                  <a:pt x="44742" y="29743"/>
                  <a:pt x="43668" y="28155"/>
                </a:cubicBezTo>
                <a:cubicBezTo>
                  <a:pt x="43330" y="27665"/>
                  <a:pt x="43026" y="27163"/>
                  <a:pt x="42746" y="26650"/>
                </a:cubicBezTo>
                <a:cubicBezTo>
                  <a:pt x="42594" y="26369"/>
                  <a:pt x="42548" y="26031"/>
                  <a:pt x="42793" y="25774"/>
                </a:cubicBezTo>
                <a:cubicBezTo>
                  <a:pt x="42924" y="25630"/>
                  <a:pt x="43086" y="25560"/>
                  <a:pt x="43263" y="25560"/>
                </a:cubicBezTo>
                <a:cubicBezTo>
                  <a:pt x="43416" y="25560"/>
                  <a:pt x="43582" y="25613"/>
                  <a:pt x="43750" y="25716"/>
                </a:cubicBezTo>
                <a:cubicBezTo>
                  <a:pt x="43983" y="25867"/>
                  <a:pt x="44193" y="26054"/>
                  <a:pt x="44415" y="26206"/>
                </a:cubicBezTo>
                <a:cubicBezTo>
                  <a:pt x="44859" y="26521"/>
                  <a:pt x="45267" y="26930"/>
                  <a:pt x="45758" y="27105"/>
                </a:cubicBezTo>
                <a:cubicBezTo>
                  <a:pt x="45986" y="27185"/>
                  <a:pt x="46200" y="27224"/>
                  <a:pt x="46393" y="27224"/>
                </a:cubicBezTo>
                <a:cubicBezTo>
                  <a:pt x="47045" y="27224"/>
                  <a:pt x="47445" y="26773"/>
                  <a:pt x="47310" y="25926"/>
                </a:cubicBezTo>
                <a:cubicBezTo>
                  <a:pt x="47263" y="25681"/>
                  <a:pt x="47205" y="25436"/>
                  <a:pt x="47112" y="25190"/>
                </a:cubicBezTo>
                <a:cubicBezTo>
                  <a:pt x="46481" y="23556"/>
                  <a:pt x="45256" y="22389"/>
                  <a:pt x="43960" y="21280"/>
                </a:cubicBezTo>
                <a:cubicBezTo>
                  <a:pt x="42921" y="20393"/>
                  <a:pt x="41882" y="19506"/>
                  <a:pt x="40855" y="18572"/>
                </a:cubicBezTo>
                <a:cubicBezTo>
                  <a:pt x="40517" y="18233"/>
                  <a:pt x="40213" y="17860"/>
                  <a:pt x="39968" y="17440"/>
                </a:cubicBezTo>
                <a:cubicBezTo>
                  <a:pt x="39734" y="17101"/>
                  <a:pt x="39828" y="16763"/>
                  <a:pt x="40225" y="16658"/>
                </a:cubicBezTo>
                <a:cubicBezTo>
                  <a:pt x="40530" y="16589"/>
                  <a:pt x="40870" y="16525"/>
                  <a:pt x="41193" y="16525"/>
                </a:cubicBezTo>
                <a:cubicBezTo>
                  <a:pt x="41364" y="16525"/>
                  <a:pt x="41530" y="16543"/>
                  <a:pt x="41684" y="16588"/>
                </a:cubicBezTo>
                <a:cubicBezTo>
                  <a:pt x="42594" y="16868"/>
                  <a:pt x="43481" y="17230"/>
                  <a:pt x="44345" y="17673"/>
                </a:cubicBezTo>
                <a:cubicBezTo>
                  <a:pt x="46061" y="18549"/>
                  <a:pt x="47450" y="19879"/>
                  <a:pt x="48804" y="21245"/>
                </a:cubicBezTo>
                <a:cubicBezTo>
                  <a:pt x="50847" y="23311"/>
                  <a:pt x="52983" y="25307"/>
                  <a:pt x="54536" y="27817"/>
                </a:cubicBezTo>
                <a:cubicBezTo>
                  <a:pt x="54802" y="28267"/>
                  <a:pt x="55321" y="28514"/>
                  <a:pt x="55780" y="28514"/>
                </a:cubicBezTo>
                <a:cubicBezTo>
                  <a:pt x="55905" y="28514"/>
                  <a:pt x="56025" y="28496"/>
                  <a:pt x="56135" y="28459"/>
                </a:cubicBezTo>
                <a:cubicBezTo>
                  <a:pt x="56765" y="28249"/>
                  <a:pt x="57115" y="27700"/>
                  <a:pt x="57139" y="26988"/>
                </a:cubicBezTo>
                <a:cubicBezTo>
                  <a:pt x="57185" y="25867"/>
                  <a:pt x="56672" y="24969"/>
                  <a:pt x="56053" y="24128"/>
                </a:cubicBezTo>
                <a:cubicBezTo>
                  <a:pt x="55283" y="23078"/>
                  <a:pt x="54466" y="22062"/>
                  <a:pt x="53590" y="21093"/>
                </a:cubicBezTo>
                <a:cubicBezTo>
                  <a:pt x="52610" y="20031"/>
                  <a:pt x="51582" y="19027"/>
                  <a:pt x="50485" y="18082"/>
                </a:cubicBezTo>
                <a:cubicBezTo>
                  <a:pt x="49353" y="17090"/>
                  <a:pt x="48162" y="16156"/>
                  <a:pt x="46925" y="15304"/>
                </a:cubicBezTo>
                <a:cubicBezTo>
                  <a:pt x="45454" y="14265"/>
                  <a:pt x="43925" y="13319"/>
                  <a:pt x="42361" y="12444"/>
                </a:cubicBezTo>
                <a:cubicBezTo>
                  <a:pt x="39770" y="11055"/>
                  <a:pt x="37108" y="9782"/>
                  <a:pt x="34493" y="8428"/>
                </a:cubicBezTo>
                <a:cubicBezTo>
                  <a:pt x="34027" y="8172"/>
                  <a:pt x="33583" y="7868"/>
                  <a:pt x="33174" y="7530"/>
                </a:cubicBezTo>
                <a:cubicBezTo>
                  <a:pt x="32964" y="7378"/>
                  <a:pt x="32988" y="7214"/>
                  <a:pt x="33256" y="7109"/>
                </a:cubicBezTo>
                <a:cubicBezTo>
                  <a:pt x="33349" y="7086"/>
                  <a:pt x="33431" y="7051"/>
                  <a:pt x="33525" y="7016"/>
                </a:cubicBezTo>
                <a:cubicBezTo>
                  <a:pt x="34015" y="6911"/>
                  <a:pt x="34505" y="6771"/>
                  <a:pt x="34984" y="6619"/>
                </a:cubicBezTo>
                <a:cubicBezTo>
                  <a:pt x="35626" y="6374"/>
                  <a:pt x="35707" y="5697"/>
                  <a:pt x="35170" y="5277"/>
                </a:cubicBezTo>
                <a:cubicBezTo>
                  <a:pt x="34995" y="5137"/>
                  <a:pt x="34809" y="5020"/>
                  <a:pt x="34610" y="4938"/>
                </a:cubicBezTo>
                <a:cubicBezTo>
                  <a:pt x="33093" y="4296"/>
                  <a:pt x="31587" y="3619"/>
                  <a:pt x="30046" y="3036"/>
                </a:cubicBezTo>
                <a:cubicBezTo>
                  <a:pt x="27770" y="2183"/>
                  <a:pt x="25447" y="1436"/>
                  <a:pt x="23031" y="1063"/>
                </a:cubicBezTo>
                <a:cubicBezTo>
                  <a:pt x="20930" y="748"/>
                  <a:pt x="18840" y="432"/>
                  <a:pt x="16727" y="199"/>
                </a:cubicBezTo>
                <a:cubicBezTo>
                  <a:pt x="15537" y="59"/>
                  <a:pt x="14311" y="71"/>
                  <a:pt x="1282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3" name="Google Shape;263;p39"/>
          <p:cNvGrpSpPr/>
          <p:nvPr/>
        </p:nvGrpSpPr>
        <p:grpSpPr>
          <a:xfrm flipH="1" rot="-2500248">
            <a:off x="8326263" y="3970869"/>
            <a:ext cx="112215" cy="144518"/>
            <a:chOff x="1454525" y="4245300"/>
            <a:chExt cx="217125" cy="282300"/>
          </a:xfrm>
        </p:grpSpPr>
        <p:sp>
          <p:nvSpPr>
            <p:cNvPr id="264" name="Google Shape;264;p39"/>
            <p:cNvSpPr/>
            <p:nvPr/>
          </p:nvSpPr>
          <p:spPr>
            <a:xfrm>
              <a:off x="1454525" y="4258175"/>
              <a:ext cx="152350" cy="269425"/>
            </a:xfrm>
            <a:custGeom>
              <a:rect b="b" l="l" r="r" t="t"/>
              <a:pathLst>
                <a:path extrusionOk="0" h="10777" w="6094">
                  <a:moveTo>
                    <a:pt x="2335" y="1"/>
                  </a:moveTo>
                  <a:cubicBezTo>
                    <a:pt x="2230" y="24"/>
                    <a:pt x="2136" y="59"/>
                    <a:pt x="2055" y="94"/>
                  </a:cubicBezTo>
                  <a:cubicBezTo>
                    <a:pt x="1634" y="257"/>
                    <a:pt x="1261" y="514"/>
                    <a:pt x="957" y="841"/>
                  </a:cubicBezTo>
                  <a:cubicBezTo>
                    <a:pt x="782" y="1028"/>
                    <a:pt x="642" y="1226"/>
                    <a:pt x="514" y="1448"/>
                  </a:cubicBezTo>
                  <a:cubicBezTo>
                    <a:pt x="421" y="1623"/>
                    <a:pt x="339" y="1822"/>
                    <a:pt x="269" y="2008"/>
                  </a:cubicBezTo>
                  <a:cubicBezTo>
                    <a:pt x="210" y="2183"/>
                    <a:pt x="152" y="2359"/>
                    <a:pt x="129" y="2545"/>
                  </a:cubicBezTo>
                  <a:cubicBezTo>
                    <a:pt x="82" y="2860"/>
                    <a:pt x="47" y="3176"/>
                    <a:pt x="24" y="3491"/>
                  </a:cubicBezTo>
                  <a:cubicBezTo>
                    <a:pt x="0" y="3771"/>
                    <a:pt x="0" y="4051"/>
                    <a:pt x="0" y="4320"/>
                  </a:cubicBezTo>
                  <a:cubicBezTo>
                    <a:pt x="0" y="4541"/>
                    <a:pt x="24" y="4751"/>
                    <a:pt x="59" y="4973"/>
                  </a:cubicBezTo>
                  <a:cubicBezTo>
                    <a:pt x="94" y="5242"/>
                    <a:pt x="129" y="5522"/>
                    <a:pt x="187" y="5790"/>
                  </a:cubicBezTo>
                  <a:cubicBezTo>
                    <a:pt x="280" y="6164"/>
                    <a:pt x="386" y="6537"/>
                    <a:pt x="514" y="6899"/>
                  </a:cubicBezTo>
                  <a:cubicBezTo>
                    <a:pt x="619" y="7203"/>
                    <a:pt x="759" y="7495"/>
                    <a:pt x="911" y="7763"/>
                  </a:cubicBezTo>
                  <a:cubicBezTo>
                    <a:pt x="1063" y="8067"/>
                    <a:pt x="1249" y="8347"/>
                    <a:pt x="1436" y="8638"/>
                  </a:cubicBezTo>
                  <a:cubicBezTo>
                    <a:pt x="1541" y="8802"/>
                    <a:pt x="1646" y="8954"/>
                    <a:pt x="1775" y="9105"/>
                  </a:cubicBezTo>
                  <a:cubicBezTo>
                    <a:pt x="1973" y="9351"/>
                    <a:pt x="2195" y="9572"/>
                    <a:pt x="2393" y="9806"/>
                  </a:cubicBezTo>
                  <a:cubicBezTo>
                    <a:pt x="2603" y="10039"/>
                    <a:pt x="2860" y="10238"/>
                    <a:pt x="3140" y="10389"/>
                  </a:cubicBezTo>
                  <a:cubicBezTo>
                    <a:pt x="3269" y="10459"/>
                    <a:pt x="3397" y="10506"/>
                    <a:pt x="3525" y="10564"/>
                  </a:cubicBezTo>
                  <a:cubicBezTo>
                    <a:pt x="3858" y="10715"/>
                    <a:pt x="4210" y="10776"/>
                    <a:pt x="4572" y="10776"/>
                  </a:cubicBezTo>
                  <a:cubicBezTo>
                    <a:pt x="4605" y="10776"/>
                    <a:pt x="4637" y="10776"/>
                    <a:pt x="4669" y="10775"/>
                  </a:cubicBezTo>
                  <a:cubicBezTo>
                    <a:pt x="4891" y="10751"/>
                    <a:pt x="5113" y="10728"/>
                    <a:pt x="5335" y="10681"/>
                  </a:cubicBezTo>
                  <a:cubicBezTo>
                    <a:pt x="5673" y="10635"/>
                    <a:pt x="5953" y="10366"/>
                    <a:pt x="5988" y="10028"/>
                  </a:cubicBezTo>
                  <a:cubicBezTo>
                    <a:pt x="6070" y="9666"/>
                    <a:pt x="6093" y="9304"/>
                    <a:pt x="6070" y="8930"/>
                  </a:cubicBezTo>
                  <a:cubicBezTo>
                    <a:pt x="6058" y="8580"/>
                    <a:pt x="6000" y="8230"/>
                    <a:pt x="5883" y="7891"/>
                  </a:cubicBezTo>
                  <a:cubicBezTo>
                    <a:pt x="5743" y="7460"/>
                    <a:pt x="5522" y="7051"/>
                    <a:pt x="5253" y="6689"/>
                  </a:cubicBezTo>
                  <a:cubicBezTo>
                    <a:pt x="5031" y="6386"/>
                    <a:pt x="4774" y="6094"/>
                    <a:pt x="4483" y="5849"/>
                  </a:cubicBezTo>
                  <a:cubicBezTo>
                    <a:pt x="4086" y="5545"/>
                    <a:pt x="3724" y="5183"/>
                    <a:pt x="3420" y="4786"/>
                  </a:cubicBezTo>
                  <a:cubicBezTo>
                    <a:pt x="3199" y="4495"/>
                    <a:pt x="3000" y="4191"/>
                    <a:pt x="2825" y="3876"/>
                  </a:cubicBezTo>
                  <a:cubicBezTo>
                    <a:pt x="2650" y="3537"/>
                    <a:pt x="2533" y="3176"/>
                    <a:pt x="2487" y="2802"/>
                  </a:cubicBezTo>
                  <a:cubicBezTo>
                    <a:pt x="2440" y="2405"/>
                    <a:pt x="2393" y="2008"/>
                    <a:pt x="2370" y="1611"/>
                  </a:cubicBezTo>
                  <a:cubicBezTo>
                    <a:pt x="2347" y="1320"/>
                    <a:pt x="2382" y="1039"/>
                    <a:pt x="2382" y="748"/>
                  </a:cubicBezTo>
                  <a:cubicBezTo>
                    <a:pt x="2370" y="503"/>
                    <a:pt x="2347" y="257"/>
                    <a:pt x="2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39"/>
            <p:cNvSpPr/>
            <p:nvPr/>
          </p:nvSpPr>
          <p:spPr>
            <a:xfrm>
              <a:off x="1530400" y="4245300"/>
              <a:ext cx="141250" cy="263000"/>
            </a:xfrm>
            <a:custGeom>
              <a:rect b="b" l="l" r="r" t="t"/>
              <a:pathLst>
                <a:path extrusionOk="0" h="10520" w="5650">
                  <a:moveTo>
                    <a:pt x="913" y="1"/>
                  </a:moveTo>
                  <a:cubicBezTo>
                    <a:pt x="783" y="1"/>
                    <a:pt x="654" y="9"/>
                    <a:pt x="525" y="25"/>
                  </a:cubicBezTo>
                  <a:cubicBezTo>
                    <a:pt x="339" y="49"/>
                    <a:pt x="152" y="107"/>
                    <a:pt x="105" y="317"/>
                  </a:cubicBezTo>
                  <a:cubicBezTo>
                    <a:pt x="47" y="562"/>
                    <a:pt x="24" y="807"/>
                    <a:pt x="12" y="1053"/>
                  </a:cubicBezTo>
                  <a:cubicBezTo>
                    <a:pt x="0" y="1286"/>
                    <a:pt x="12" y="1531"/>
                    <a:pt x="35" y="1765"/>
                  </a:cubicBezTo>
                  <a:cubicBezTo>
                    <a:pt x="70" y="2103"/>
                    <a:pt x="117" y="2430"/>
                    <a:pt x="175" y="2768"/>
                  </a:cubicBezTo>
                  <a:cubicBezTo>
                    <a:pt x="210" y="2955"/>
                    <a:pt x="269" y="3130"/>
                    <a:pt x="315" y="3317"/>
                  </a:cubicBezTo>
                  <a:cubicBezTo>
                    <a:pt x="409" y="3691"/>
                    <a:pt x="561" y="4052"/>
                    <a:pt x="771" y="4379"/>
                  </a:cubicBezTo>
                  <a:cubicBezTo>
                    <a:pt x="899" y="4601"/>
                    <a:pt x="1062" y="4800"/>
                    <a:pt x="1203" y="5010"/>
                  </a:cubicBezTo>
                  <a:cubicBezTo>
                    <a:pt x="1448" y="5336"/>
                    <a:pt x="1751" y="5640"/>
                    <a:pt x="2078" y="5885"/>
                  </a:cubicBezTo>
                  <a:cubicBezTo>
                    <a:pt x="2230" y="6014"/>
                    <a:pt x="2416" y="6095"/>
                    <a:pt x="2557" y="6224"/>
                  </a:cubicBezTo>
                  <a:cubicBezTo>
                    <a:pt x="2825" y="6445"/>
                    <a:pt x="3058" y="6702"/>
                    <a:pt x="3257" y="6994"/>
                  </a:cubicBezTo>
                  <a:cubicBezTo>
                    <a:pt x="3420" y="7251"/>
                    <a:pt x="3549" y="7543"/>
                    <a:pt x="3630" y="7834"/>
                  </a:cubicBezTo>
                  <a:cubicBezTo>
                    <a:pt x="3747" y="8231"/>
                    <a:pt x="3794" y="8628"/>
                    <a:pt x="3782" y="9025"/>
                  </a:cubicBezTo>
                  <a:cubicBezTo>
                    <a:pt x="3771" y="9329"/>
                    <a:pt x="3771" y="9632"/>
                    <a:pt x="3771" y="9936"/>
                  </a:cubicBezTo>
                  <a:lnTo>
                    <a:pt x="3771" y="10484"/>
                  </a:lnTo>
                  <a:lnTo>
                    <a:pt x="3817" y="10519"/>
                  </a:lnTo>
                  <a:cubicBezTo>
                    <a:pt x="3969" y="10391"/>
                    <a:pt x="4132" y="10286"/>
                    <a:pt x="4284" y="10157"/>
                  </a:cubicBezTo>
                  <a:cubicBezTo>
                    <a:pt x="4704" y="9819"/>
                    <a:pt x="5020" y="9375"/>
                    <a:pt x="5218" y="8885"/>
                  </a:cubicBezTo>
                  <a:cubicBezTo>
                    <a:pt x="5358" y="8547"/>
                    <a:pt x="5463" y="8196"/>
                    <a:pt x="5510" y="7834"/>
                  </a:cubicBezTo>
                  <a:cubicBezTo>
                    <a:pt x="5545" y="7601"/>
                    <a:pt x="5568" y="7368"/>
                    <a:pt x="5591" y="7134"/>
                  </a:cubicBezTo>
                  <a:cubicBezTo>
                    <a:pt x="5615" y="6842"/>
                    <a:pt x="5650" y="6550"/>
                    <a:pt x="5650" y="6259"/>
                  </a:cubicBezTo>
                  <a:cubicBezTo>
                    <a:pt x="5650" y="6037"/>
                    <a:pt x="5638" y="5827"/>
                    <a:pt x="5603" y="5605"/>
                  </a:cubicBezTo>
                  <a:cubicBezTo>
                    <a:pt x="5591" y="5336"/>
                    <a:pt x="5545" y="5068"/>
                    <a:pt x="5498" y="4800"/>
                  </a:cubicBezTo>
                  <a:cubicBezTo>
                    <a:pt x="5405" y="4426"/>
                    <a:pt x="5276" y="4064"/>
                    <a:pt x="5160" y="3714"/>
                  </a:cubicBezTo>
                  <a:cubicBezTo>
                    <a:pt x="4949" y="3142"/>
                    <a:pt x="4658" y="2617"/>
                    <a:pt x="4284" y="2150"/>
                  </a:cubicBezTo>
                  <a:cubicBezTo>
                    <a:pt x="3969" y="1753"/>
                    <a:pt x="3630" y="1368"/>
                    <a:pt x="3280" y="1018"/>
                  </a:cubicBezTo>
                  <a:cubicBezTo>
                    <a:pt x="3105" y="842"/>
                    <a:pt x="2907" y="691"/>
                    <a:pt x="2697" y="551"/>
                  </a:cubicBezTo>
                  <a:cubicBezTo>
                    <a:pt x="2451" y="364"/>
                    <a:pt x="2183" y="235"/>
                    <a:pt x="1891" y="154"/>
                  </a:cubicBezTo>
                  <a:cubicBezTo>
                    <a:pt x="1573" y="53"/>
                    <a:pt x="1242" y="1"/>
                    <a:pt x="9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6" name="Google Shape;266;p39"/>
          <p:cNvSpPr/>
          <p:nvPr/>
        </p:nvSpPr>
        <p:spPr>
          <a:xfrm flipH="1" rot="-5400000">
            <a:off x="7292811" y="3258461"/>
            <a:ext cx="2740686" cy="1367265"/>
          </a:xfrm>
          <a:custGeom>
            <a:rect b="b" l="l" r="r" t="t"/>
            <a:pathLst>
              <a:path extrusionOk="0" h="41223" w="83064">
                <a:moveTo>
                  <a:pt x="1958" y="1"/>
                </a:moveTo>
                <a:cubicBezTo>
                  <a:pt x="1411" y="1"/>
                  <a:pt x="865" y="223"/>
                  <a:pt x="467" y="671"/>
                </a:cubicBezTo>
                <a:cubicBezTo>
                  <a:pt x="23" y="1185"/>
                  <a:pt x="0" y="1780"/>
                  <a:pt x="58" y="2387"/>
                </a:cubicBezTo>
                <a:cubicBezTo>
                  <a:pt x="175" y="3391"/>
                  <a:pt x="665" y="4255"/>
                  <a:pt x="1191" y="5095"/>
                </a:cubicBezTo>
                <a:cubicBezTo>
                  <a:pt x="2533" y="7197"/>
                  <a:pt x="4121" y="9146"/>
                  <a:pt x="5906" y="10897"/>
                </a:cubicBezTo>
                <a:cubicBezTo>
                  <a:pt x="6840" y="11819"/>
                  <a:pt x="7832" y="12683"/>
                  <a:pt x="8825" y="13547"/>
                </a:cubicBezTo>
                <a:cubicBezTo>
                  <a:pt x="10821" y="15227"/>
                  <a:pt x="12933" y="16780"/>
                  <a:pt x="15140" y="18181"/>
                </a:cubicBezTo>
                <a:cubicBezTo>
                  <a:pt x="17719" y="19838"/>
                  <a:pt x="20451" y="21216"/>
                  <a:pt x="23171" y="22605"/>
                </a:cubicBezTo>
                <a:cubicBezTo>
                  <a:pt x="24968" y="23538"/>
                  <a:pt x="26766" y="24461"/>
                  <a:pt x="28540" y="25429"/>
                </a:cubicBezTo>
                <a:cubicBezTo>
                  <a:pt x="29112" y="25745"/>
                  <a:pt x="29602" y="26176"/>
                  <a:pt x="30081" y="26620"/>
                </a:cubicBezTo>
                <a:cubicBezTo>
                  <a:pt x="30221" y="26783"/>
                  <a:pt x="30268" y="27017"/>
                  <a:pt x="30209" y="27227"/>
                </a:cubicBezTo>
                <a:cubicBezTo>
                  <a:pt x="30127" y="27402"/>
                  <a:pt x="29859" y="27542"/>
                  <a:pt x="29649" y="27589"/>
                </a:cubicBezTo>
                <a:cubicBezTo>
                  <a:pt x="29582" y="27596"/>
                  <a:pt x="29514" y="27600"/>
                  <a:pt x="29445" y="27600"/>
                </a:cubicBezTo>
                <a:cubicBezTo>
                  <a:pt x="29287" y="27600"/>
                  <a:pt x="29127" y="27579"/>
                  <a:pt x="28972" y="27531"/>
                </a:cubicBezTo>
                <a:cubicBezTo>
                  <a:pt x="28575" y="27437"/>
                  <a:pt x="28190" y="27297"/>
                  <a:pt x="27793" y="27204"/>
                </a:cubicBezTo>
                <a:cubicBezTo>
                  <a:pt x="27428" y="27131"/>
                  <a:pt x="27068" y="27029"/>
                  <a:pt x="26695" y="27029"/>
                </a:cubicBezTo>
                <a:cubicBezTo>
                  <a:pt x="26531" y="27029"/>
                  <a:pt x="26364" y="27049"/>
                  <a:pt x="26194" y="27099"/>
                </a:cubicBezTo>
                <a:cubicBezTo>
                  <a:pt x="25598" y="27285"/>
                  <a:pt x="25237" y="27752"/>
                  <a:pt x="25435" y="28336"/>
                </a:cubicBezTo>
                <a:cubicBezTo>
                  <a:pt x="25587" y="28756"/>
                  <a:pt x="25820" y="29141"/>
                  <a:pt x="26124" y="29468"/>
                </a:cubicBezTo>
                <a:cubicBezTo>
                  <a:pt x="27279" y="30659"/>
                  <a:pt x="28703" y="31453"/>
                  <a:pt x="30268" y="31955"/>
                </a:cubicBezTo>
                <a:cubicBezTo>
                  <a:pt x="32240" y="32597"/>
                  <a:pt x="34260" y="33122"/>
                  <a:pt x="36256" y="33717"/>
                </a:cubicBezTo>
                <a:cubicBezTo>
                  <a:pt x="37108" y="33974"/>
                  <a:pt x="37948" y="34277"/>
                  <a:pt x="38684" y="34814"/>
                </a:cubicBezTo>
                <a:cubicBezTo>
                  <a:pt x="39174" y="35188"/>
                  <a:pt x="39197" y="35772"/>
                  <a:pt x="38684" y="36110"/>
                </a:cubicBezTo>
                <a:cubicBezTo>
                  <a:pt x="38322" y="36344"/>
                  <a:pt x="37925" y="36519"/>
                  <a:pt x="37505" y="36624"/>
                </a:cubicBezTo>
                <a:cubicBezTo>
                  <a:pt x="36862" y="36788"/>
                  <a:pt x="36214" y="36848"/>
                  <a:pt x="35560" y="36848"/>
                </a:cubicBezTo>
                <a:cubicBezTo>
                  <a:pt x="35241" y="36848"/>
                  <a:pt x="34920" y="36833"/>
                  <a:pt x="34598" y="36810"/>
                </a:cubicBezTo>
                <a:cubicBezTo>
                  <a:pt x="33081" y="36717"/>
                  <a:pt x="31587" y="36425"/>
                  <a:pt x="30139" y="35947"/>
                </a:cubicBezTo>
                <a:cubicBezTo>
                  <a:pt x="27921" y="35188"/>
                  <a:pt x="25703" y="34406"/>
                  <a:pt x="23521" y="33542"/>
                </a:cubicBezTo>
                <a:cubicBezTo>
                  <a:pt x="21922" y="32912"/>
                  <a:pt x="20381" y="32141"/>
                  <a:pt x="18828" y="31406"/>
                </a:cubicBezTo>
                <a:cubicBezTo>
                  <a:pt x="18268" y="31149"/>
                  <a:pt x="17766" y="30787"/>
                  <a:pt x="17194" y="30589"/>
                </a:cubicBezTo>
                <a:cubicBezTo>
                  <a:pt x="16991" y="30519"/>
                  <a:pt x="16792" y="30485"/>
                  <a:pt x="16606" y="30485"/>
                </a:cubicBezTo>
                <a:cubicBezTo>
                  <a:pt x="15895" y="30485"/>
                  <a:pt x="15362" y="30982"/>
                  <a:pt x="15408" y="31861"/>
                </a:cubicBezTo>
                <a:cubicBezTo>
                  <a:pt x="15420" y="32176"/>
                  <a:pt x="15502" y="32503"/>
                  <a:pt x="15642" y="32795"/>
                </a:cubicBezTo>
                <a:cubicBezTo>
                  <a:pt x="16062" y="33740"/>
                  <a:pt x="16809" y="34429"/>
                  <a:pt x="17673" y="34943"/>
                </a:cubicBezTo>
                <a:cubicBezTo>
                  <a:pt x="18758" y="35608"/>
                  <a:pt x="19890" y="36215"/>
                  <a:pt x="21034" y="36775"/>
                </a:cubicBezTo>
                <a:cubicBezTo>
                  <a:pt x="23439" y="37931"/>
                  <a:pt x="25937" y="38853"/>
                  <a:pt x="28517" y="39530"/>
                </a:cubicBezTo>
                <a:cubicBezTo>
                  <a:pt x="30513" y="40067"/>
                  <a:pt x="32544" y="40487"/>
                  <a:pt x="34563" y="40919"/>
                </a:cubicBezTo>
                <a:cubicBezTo>
                  <a:pt x="35287" y="41094"/>
                  <a:pt x="36034" y="41199"/>
                  <a:pt x="36781" y="41211"/>
                </a:cubicBezTo>
                <a:cubicBezTo>
                  <a:pt x="52072" y="41223"/>
                  <a:pt x="67375" y="41223"/>
                  <a:pt x="82667" y="41223"/>
                </a:cubicBezTo>
                <a:lnTo>
                  <a:pt x="83063" y="41223"/>
                </a:lnTo>
                <a:lnTo>
                  <a:pt x="83063" y="13967"/>
                </a:lnTo>
                <a:cubicBezTo>
                  <a:pt x="81908" y="14200"/>
                  <a:pt x="80799" y="14375"/>
                  <a:pt x="79690" y="14644"/>
                </a:cubicBezTo>
                <a:cubicBezTo>
                  <a:pt x="77846" y="15076"/>
                  <a:pt x="76013" y="15531"/>
                  <a:pt x="74192" y="16033"/>
                </a:cubicBezTo>
                <a:cubicBezTo>
                  <a:pt x="72219" y="16558"/>
                  <a:pt x="70247" y="17130"/>
                  <a:pt x="68286" y="17702"/>
                </a:cubicBezTo>
                <a:cubicBezTo>
                  <a:pt x="66430" y="18251"/>
                  <a:pt x="64585" y="18846"/>
                  <a:pt x="62730" y="19383"/>
                </a:cubicBezTo>
                <a:cubicBezTo>
                  <a:pt x="60920" y="19920"/>
                  <a:pt x="59088" y="20410"/>
                  <a:pt x="57278" y="20924"/>
                </a:cubicBezTo>
                <a:cubicBezTo>
                  <a:pt x="55796" y="21344"/>
                  <a:pt x="54278" y="21577"/>
                  <a:pt x="52749" y="21589"/>
                </a:cubicBezTo>
                <a:cubicBezTo>
                  <a:pt x="52598" y="21593"/>
                  <a:pt x="52446" y="21594"/>
                  <a:pt x="52295" y="21594"/>
                </a:cubicBezTo>
                <a:cubicBezTo>
                  <a:pt x="50941" y="21594"/>
                  <a:pt x="49588" y="21455"/>
                  <a:pt x="48255" y="21192"/>
                </a:cubicBezTo>
                <a:cubicBezTo>
                  <a:pt x="46703" y="20877"/>
                  <a:pt x="45150" y="20527"/>
                  <a:pt x="43598" y="20188"/>
                </a:cubicBezTo>
                <a:cubicBezTo>
                  <a:pt x="42839" y="20025"/>
                  <a:pt x="42080" y="19815"/>
                  <a:pt x="41310" y="19721"/>
                </a:cubicBezTo>
                <a:cubicBezTo>
                  <a:pt x="41236" y="19713"/>
                  <a:pt x="41162" y="19709"/>
                  <a:pt x="41090" y="19709"/>
                </a:cubicBezTo>
                <a:cubicBezTo>
                  <a:pt x="40278" y="19709"/>
                  <a:pt x="39629" y="20244"/>
                  <a:pt x="39758" y="21134"/>
                </a:cubicBezTo>
                <a:cubicBezTo>
                  <a:pt x="39851" y="21647"/>
                  <a:pt x="40213" y="21928"/>
                  <a:pt x="40633" y="22173"/>
                </a:cubicBezTo>
                <a:cubicBezTo>
                  <a:pt x="41088" y="22395"/>
                  <a:pt x="41520" y="22663"/>
                  <a:pt x="41929" y="22955"/>
                </a:cubicBezTo>
                <a:cubicBezTo>
                  <a:pt x="42255" y="23223"/>
                  <a:pt x="42255" y="23620"/>
                  <a:pt x="41929" y="23889"/>
                </a:cubicBezTo>
                <a:cubicBezTo>
                  <a:pt x="41532" y="24215"/>
                  <a:pt x="41088" y="24484"/>
                  <a:pt x="40610" y="24671"/>
                </a:cubicBezTo>
                <a:cubicBezTo>
                  <a:pt x="39805" y="24960"/>
                  <a:pt x="38980" y="25081"/>
                  <a:pt x="38137" y="25081"/>
                </a:cubicBezTo>
                <a:cubicBezTo>
                  <a:pt x="37720" y="25081"/>
                  <a:pt x="37299" y="25052"/>
                  <a:pt x="36874" y="24998"/>
                </a:cubicBezTo>
                <a:cubicBezTo>
                  <a:pt x="35812" y="24869"/>
                  <a:pt x="34762" y="24706"/>
                  <a:pt x="33793" y="24286"/>
                </a:cubicBezTo>
                <a:cubicBezTo>
                  <a:pt x="31295" y="23223"/>
                  <a:pt x="28820" y="22138"/>
                  <a:pt x="26392" y="20947"/>
                </a:cubicBezTo>
                <a:cubicBezTo>
                  <a:pt x="24606" y="20083"/>
                  <a:pt x="22879" y="19091"/>
                  <a:pt x="21174" y="18064"/>
                </a:cubicBezTo>
                <a:cubicBezTo>
                  <a:pt x="18070" y="16208"/>
                  <a:pt x="15210" y="13990"/>
                  <a:pt x="12630" y="11457"/>
                </a:cubicBezTo>
                <a:cubicBezTo>
                  <a:pt x="11533" y="10383"/>
                  <a:pt x="10471" y="9274"/>
                  <a:pt x="9455" y="8119"/>
                </a:cubicBezTo>
                <a:cubicBezTo>
                  <a:pt x="8229" y="6753"/>
                  <a:pt x="7062" y="5341"/>
                  <a:pt x="5918" y="3916"/>
                </a:cubicBezTo>
                <a:cubicBezTo>
                  <a:pt x="5089" y="2889"/>
                  <a:pt x="4354" y="1792"/>
                  <a:pt x="3549" y="776"/>
                </a:cubicBezTo>
                <a:cubicBezTo>
                  <a:pt x="3142" y="261"/>
                  <a:pt x="2550" y="1"/>
                  <a:pt x="195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0"/>
          <p:cNvSpPr/>
          <p:nvPr/>
        </p:nvSpPr>
        <p:spPr>
          <a:xfrm>
            <a:off x="-2983832" y="2571750"/>
            <a:ext cx="9745579" cy="5418540"/>
          </a:xfrm>
          <a:custGeom>
            <a:rect b="b" l="l" r="r" t="t"/>
            <a:pathLst>
              <a:path extrusionOk="0" h="5171330" w="6869188">
                <a:moveTo>
                  <a:pt x="609600" y="37856"/>
                </a:moveTo>
                <a:lnTo>
                  <a:pt x="609600" y="37856"/>
                </a:lnTo>
                <a:cubicBezTo>
                  <a:pt x="974044" y="8701"/>
                  <a:pt x="1172153" y="-21815"/>
                  <a:pt x="1556084" y="21814"/>
                </a:cubicBezTo>
                <a:cubicBezTo>
                  <a:pt x="1613309" y="28317"/>
                  <a:pt x="1662579" y="65761"/>
                  <a:pt x="1716505" y="85983"/>
                </a:cubicBezTo>
                <a:cubicBezTo>
                  <a:pt x="1790938" y="113895"/>
                  <a:pt x="1868266" y="134330"/>
                  <a:pt x="1941095" y="166193"/>
                </a:cubicBezTo>
                <a:cubicBezTo>
                  <a:pt x="2129828" y="248763"/>
                  <a:pt x="2221881" y="298003"/>
                  <a:pt x="2374232" y="406825"/>
                </a:cubicBezTo>
                <a:cubicBezTo>
                  <a:pt x="2536877" y="523000"/>
                  <a:pt x="2581558" y="553069"/>
                  <a:pt x="2711116" y="695583"/>
                </a:cubicBezTo>
                <a:cubicBezTo>
                  <a:pt x="2772371" y="762964"/>
                  <a:pt x="2826046" y="837003"/>
                  <a:pt x="2887579" y="904130"/>
                </a:cubicBezTo>
                <a:cubicBezTo>
                  <a:pt x="2946400" y="968298"/>
                  <a:pt x="3006923" y="1030947"/>
                  <a:pt x="3064042" y="1096635"/>
                </a:cubicBezTo>
                <a:cubicBezTo>
                  <a:pt x="3113912" y="1153986"/>
                  <a:pt x="3153321" y="1220754"/>
                  <a:pt x="3208421" y="1273099"/>
                </a:cubicBezTo>
                <a:cubicBezTo>
                  <a:pt x="3299180" y="1359320"/>
                  <a:pt x="3483195" y="1463081"/>
                  <a:pt x="3593432" y="1513730"/>
                </a:cubicBezTo>
                <a:cubicBezTo>
                  <a:pt x="3731919" y="1577359"/>
                  <a:pt x="4043926" y="1708823"/>
                  <a:pt x="4219074" y="1754362"/>
                </a:cubicBezTo>
                <a:cubicBezTo>
                  <a:pt x="4385628" y="1797666"/>
                  <a:pt x="4737769" y="1850614"/>
                  <a:pt x="5021179" y="1946867"/>
                </a:cubicBezTo>
                <a:cubicBezTo>
                  <a:pt x="5304589" y="2043120"/>
                  <a:pt x="5830178" y="2295709"/>
                  <a:pt x="5919537" y="2331878"/>
                </a:cubicBezTo>
                <a:cubicBezTo>
                  <a:pt x="6305961" y="2488288"/>
                  <a:pt x="6125410" y="2473583"/>
                  <a:pt x="6272463" y="2604593"/>
                </a:cubicBezTo>
                <a:cubicBezTo>
                  <a:pt x="6419516" y="2735603"/>
                  <a:pt x="6720800" y="2955835"/>
                  <a:pt x="6801853" y="3117941"/>
                </a:cubicBezTo>
                <a:lnTo>
                  <a:pt x="6849979" y="3214193"/>
                </a:lnTo>
                <a:cubicBezTo>
                  <a:pt x="6869549" y="3546892"/>
                  <a:pt x="6892082" y="3717331"/>
                  <a:pt x="6817895" y="4096509"/>
                </a:cubicBezTo>
                <a:cubicBezTo>
                  <a:pt x="6809557" y="4139125"/>
                  <a:pt x="6618921" y="4338774"/>
                  <a:pt x="6593305" y="4353183"/>
                </a:cubicBezTo>
                <a:cubicBezTo>
                  <a:pt x="6392206" y="4466301"/>
                  <a:pt x="5845367" y="4636837"/>
                  <a:pt x="5662863" y="4690067"/>
                </a:cubicBezTo>
                <a:cubicBezTo>
                  <a:pt x="5402969" y="4765869"/>
                  <a:pt x="4808813" y="4918946"/>
                  <a:pt x="4523874" y="4962783"/>
                </a:cubicBezTo>
                <a:cubicBezTo>
                  <a:pt x="4145623" y="5020976"/>
                  <a:pt x="3765806" y="5070299"/>
                  <a:pt x="3384884" y="5107162"/>
                </a:cubicBezTo>
                <a:cubicBezTo>
                  <a:pt x="3219116" y="5123204"/>
                  <a:pt x="3053858" y="5145920"/>
                  <a:pt x="2887579" y="5155288"/>
                </a:cubicBezTo>
                <a:cubicBezTo>
                  <a:pt x="2673956" y="5167323"/>
                  <a:pt x="2459790" y="5165983"/>
                  <a:pt x="2245895" y="5171330"/>
                </a:cubicBezTo>
                <a:cubicBezTo>
                  <a:pt x="1876926" y="5139246"/>
                  <a:pt x="1506691" y="5119378"/>
                  <a:pt x="1138989" y="5075077"/>
                </a:cubicBezTo>
                <a:cubicBezTo>
                  <a:pt x="974851" y="5055301"/>
                  <a:pt x="649255" y="4901189"/>
                  <a:pt x="545432" y="4834446"/>
                </a:cubicBezTo>
                <a:cubicBezTo>
                  <a:pt x="425213" y="4757162"/>
                  <a:pt x="311103" y="4706281"/>
                  <a:pt x="224589" y="4593814"/>
                </a:cubicBezTo>
                <a:cubicBezTo>
                  <a:pt x="198303" y="4559643"/>
                  <a:pt x="180592" y="4519622"/>
                  <a:pt x="160421" y="4481520"/>
                </a:cubicBezTo>
                <a:cubicBezTo>
                  <a:pt x="132448" y="4428682"/>
                  <a:pt x="102415" y="4376608"/>
                  <a:pt x="80211" y="4321099"/>
                </a:cubicBezTo>
                <a:cubicBezTo>
                  <a:pt x="29300" y="4193821"/>
                  <a:pt x="22725" y="4104520"/>
                  <a:pt x="0" y="3968172"/>
                </a:cubicBezTo>
                <a:cubicBezTo>
                  <a:pt x="10695" y="3294404"/>
                  <a:pt x="13242" y="2620457"/>
                  <a:pt x="32084" y="1946867"/>
                </a:cubicBezTo>
                <a:cubicBezTo>
                  <a:pt x="34643" y="1855371"/>
                  <a:pt x="48077" y="1764258"/>
                  <a:pt x="64168" y="1674151"/>
                </a:cubicBezTo>
                <a:cubicBezTo>
                  <a:pt x="101592" y="1464576"/>
                  <a:pt x="128397" y="1251517"/>
                  <a:pt x="192505" y="1048509"/>
                </a:cubicBezTo>
                <a:cubicBezTo>
                  <a:pt x="224589" y="946909"/>
                  <a:pt x="251105" y="843379"/>
                  <a:pt x="288758" y="743709"/>
                </a:cubicBezTo>
                <a:cubicBezTo>
                  <a:pt x="342108" y="602488"/>
                  <a:pt x="397709" y="461639"/>
                  <a:pt x="465221" y="326614"/>
                </a:cubicBezTo>
                <a:cubicBezTo>
                  <a:pt x="486610" y="283835"/>
                  <a:pt x="502165" y="237601"/>
                  <a:pt x="529389" y="198277"/>
                </a:cubicBezTo>
                <a:cubicBezTo>
                  <a:pt x="550912" y="167189"/>
                  <a:pt x="584479" y="146328"/>
                  <a:pt x="609600" y="118067"/>
                </a:cubicBezTo>
                <a:cubicBezTo>
                  <a:pt x="674244" y="45343"/>
                  <a:pt x="626949" y="53899"/>
                  <a:pt x="689811" y="53899"/>
                </a:cubicBezTo>
                <a:lnTo>
                  <a:pt x="609600" y="37856"/>
                </a:lnTo>
                <a:close/>
              </a:path>
            </a:pathLst>
          </a:custGeom>
          <a:solidFill>
            <a:srgbClr val="E2C1AC"/>
          </a:solidFill>
          <a:ln cap="flat" cmpd="sng" w="25400">
            <a:solidFill>
              <a:srgbClr val="E2C1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40"/>
          <p:cNvSpPr/>
          <p:nvPr/>
        </p:nvSpPr>
        <p:spPr>
          <a:xfrm rot="5400000">
            <a:off x="6053330" y="-280753"/>
            <a:ext cx="4080278" cy="3232118"/>
          </a:xfrm>
          <a:custGeom>
            <a:rect b="b" l="l" r="r" t="t"/>
            <a:pathLst>
              <a:path extrusionOk="0" h="24479" w="81138">
                <a:moveTo>
                  <a:pt x="0" y="1"/>
                </a:moveTo>
                <a:lnTo>
                  <a:pt x="0" y="24479"/>
                </a:lnTo>
                <a:cubicBezTo>
                  <a:pt x="444" y="24199"/>
                  <a:pt x="876" y="23918"/>
                  <a:pt x="1319" y="23650"/>
                </a:cubicBezTo>
                <a:cubicBezTo>
                  <a:pt x="3327" y="22389"/>
                  <a:pt x="5603" y="21619"/>
                  <a:pt x="7973" y="21420"/>
                </a:cubicBezTo>
                <a:cubicBezTo>
                  <a:pt x="8378" y="21385"/>
                  <a:pt x="8783" y="21368"/>
                  <a:pt x="9188" y="21368"/>
                </a:cubicBezTo>
                <a:cubicBezTo>
                  <a:pt x="10135" y="21368"/>
                  <a:pt x="11079" y="21462"/>
                  <a:pt x="12011" y="21642"/>
                </a:cubicBezTo>
                <a:cubicBezTo>
                  <a:pt x="13949" y="22027"/>
                  <a:pt x="15899" y="22413"/>
                  <a:pt x="17813" y="22891"/>
                </a:cubicBezTo>
                <a:cubicBezTo>
                  <a:pt x="20241" y="23498"/>
                  <a:pt x="22680" y="24058"/>
                  <a:pt x="25190" y="24257"/>
                </a:cubicBezTo>
                <a:cubicBezTo>
                  <a:pt x="25656" y="24288"/>
                  <a:pt x="26122" y="24303"/>
                  <a:pt x="26587" y="24303"/>
                </a:cubicBezTo>
                <a:cubicBezTo>
                  <a:pt x="29645" y="24303"/>
                  <a:pt x="32678" y="23641"/>
                  <a:pt x="35474" y="22354"/>
                </a:cubicBezTo>
                <a:cubicBezTo>
                  <a:pt x="38053" y="21152"/>
                  <a:pt x="40458" y="19588"/>
                  <a:pt x="42606" y="17720"/>
                </a:cubicBezTo>
                <a:cubicBezTo>
                  <a:pt x="44147" y="16401"/>
                  <a:pt x="45594" y="14977"/>
                  <a:pt x="47135" y="13670"/>
                </a:cubicBezTo>
                <a:cubicBezTo>
                  <a:pt x="48641" y="12386"/>
                  <a:pt x="50193" y="11148"/>
                  <a:pt x="51781" y="9981"/>
                </a:cubicBezTo>
                <a:cubicBezTo>
                  <a:pt x="53893" y="8452"/>
                  <a:pt x="56100" y="7063"/>
                  <a:pt x="58399" y="5849"/>
                </a:cubicBezTo>
                <a:cubicBezTo>
                  <a:pt x="60897" y="4483"/>
                  <a:pt x="63477" y="3281"/>
                  <a:pt x="66138" y="2265"/>
                </a:cubicBezTo>
                <a:cubicBezTo>
                  <a:pt x="67749" y="1647"/>
                  <a:pt x="69395" y="1098"/>
                  <a:pt x="71041" y="549"/>
                </a:cubicBezTo>
                <a:cubicBezTo>
                  <a:pt x="71543" y="374"/>
                  <a:pt x="72080" y="164"/>
                  <a:pt x="72605" y="164"/>
                </a:cubicBezTo>
                <a:cubicBezTo>
                  <a:pt x="73825" y="149"/>
                  <a:pt x="75044" y="145"/>
                  <a:pt x="76262" y="145"/>
                </a:cubicBezTo>
                <a:cubicBezTo>
                  <a:pt x="77886" y="145"/>
                  <a:pt x="79510" y="153"/>
                  <a:pt x="81138" y="153"/>
                </a:cubicBezTo>
                <a:lnTo>
                  <a:pt x="8113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40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en-GB" sz="3000"/>
              <a:t>Data Source</a:t>
            </a:r>
            <a:endParaRPr sz="1100"/>
          </a:p>
        </p:txBody>
      </p:sp>
      <p:sp>
        <p:nvSpPr>
          <p:cNvPr id="275" name="Google Shape;275;p40"/>
          <p:cNvSpPr/>
          <p:nvPr/>
        </p:nvSpPr>
        <p:spPr>
          <a:xfrm flipH="1" rot="-9294980">
            <a:off x="-707029" y="3697762"/>
            <a:ext cx="2844057" cy="2011723"/>
          </a:xfrm>
          <a:custGeom>
            <a:rect b="b" l="l" r="r" t="t"/>
            <a:pathLst>
              <a:path extrusionOk="0" h="35183" w="57186">
                <a:moveTo>
                  <a:pt x="12829" y="1"/>
                </a:moveTo>
                <a:cubicBezTo>
                  <a:pt x="11872" y="71"/>
                  <a:pt x="10646" y="141"/>
                  <a:pt x="9409" y="257"/>
                </a:cubicBezTo>
                <a:cubicBezTo>
                  <a:pt x="7856" y="397"/>
                  <a:pt x="6350" y="818"/>
                  <a:pt x="4950" y="1506"/>
                </a:cubicBezTo>
                <a:cubicBezTo>
                  <a:pt x="3129" y="2417"/>
                  <a:pt x="1728" y="3748"/>
                  <a:pt x="911" y="5627"/>
                </a:cubicBezTo>
                <a:cubicBezTo>
                  <a:pt x="257" y="7156"/>
                  <a:pt x="0" y="8814"/>
                  <a:pt x="175" y="10471"/>
                </a:cubicBezTo>
                <a:cubicBezTo>
                  <a:pt x="292" y="11907"/>
                  <a:pt x="701" y="13319"/>
                  <a:pt x="1378" y="14592"/>
                </a:cubicBezTo>
                <a:cubicBezTo>
                  <a:pt x="1751" y="15339"/>
                  <a:pt x="2277" y="15981"/>
                  <a:pt x="2930" y="16494"/>
                </a:cubicBezTo>
                <a:cubicBezTo>
                  <a:pt x="4031" y="17306"/>
                  <a:pt x="5364" y="17747"/>
                  <a:pt x="6728" y="17747"/>
                </a:cubicBezTo>
                <a:cubicBezTo>
                  <a:pt x="6797" y="17747"/>
                  <a:pt x="6865" y="17745"/>
                  <a:pt x="6934" y="17743"/>
                </a:cubicBezTo>
                <a:cubicBezTo>
                  <a:pt x="7880" y="17720"/>
                  <a:pt x="8825" y="17486"/>
                  <a:pt x="9759" y="17346"/>
                </a:cubicBezTo>
                <a:cubicBezTo>
                  <a:pt x="10774" y="17183"/>
                  <a:pt x="11802" y="16926"/>
                  <a:pt x="12817" y="16844"/>
                </a:cubicBezTo>
                <a:cubicBezTo>
                  <a:pt x="13199" y="16810"/>
                  <a:pt x="13579" y="16794"/>
                  <a:pt x="13957" y="16794"/>
                </a:cubicBezTo>
                <a:cubicBezTo>
                  <a:pt x="15522" y="16794"/>
                  <a:pt x="17058" y="17075"/>
                  <a:pt x="18572" y="17545"/>
                </a:cubicBezTo>
                <a:cubicBezTo>
                  <a:pt x="20544" y="18152"/>
                  <a:pt x="22389" y="18981"/>
                  <a:pt x="23965" y="20346"/>
                </a:cubicBezTo>
                <a:cubicBezTo>
                  <a:pt x="25109" y="21338"/>
                  <a:pt x="26217" y="22377"/>
                  <a:pt x="27315" y="23440"/>
                </a:cubicBezTo>
                <a:cubicBezTo>
                  <a:pt x="28003" y="24105"/>
                  <a:pt x="28645" y="24817"/>
                  <a:pt x="29252" y="25552"/>
                </a:cubicBezTo>
                <a:cubicBezTo>
                  <a:pt x="29964" y="26404"/>
                  <a:pt x="30816" y="27035"/>
                  <a:pt x="31890" y="27292"/>
                </a:cubicBezTo>
                <a:cubicBezTo>
                  <a:pt x="32087" y="27337"/>
                  <a:pt x="32281" y="27365"/>
                  <a:pt x="32463" y="27365"/>
                </a:cubicBezTo>
                <a:cubicBezTo>
                  <a:pt x="33069" y="27365"/>
                  <a:pt x="33540" y="27056"/>
                  <a:pt x="33513" y="26078"/>
                </a:cubicBezTo>
                <a:cubicBezTo>
                  <a:pt x="33501" y="25482"/>
                  <a:pt x="33338" y="24887"/>
                  <a:pt x="33279" y="24292"/>
                </a:cubicBezTo>
                <a:cubicBezTo>
                  <a:pt x="33198" y="23603"/>
                  <a:pt x="33174" y="22914"/>
                  <a:pt x="33198" y="22226"/>
                </a:cubicBezTo>
                <a:cubicBezTo>
                  <a:pt x="33247" y="21648"/>
                  <a:pt x="33545" y="21325"/>
                  <a:pt x="33962" y="21325"/>
                </a:cubicBezTo>
                <a:cubicBezTo>
                  <a:pt x="34144" y="21325"/>
                  <a:pt x="34348" y="21386"/>
                  <a:pt x="34563" y="21514"/>
                </a:cubicBezTo>
                <a:cubicBezTo>
                  <a:pt x="35159" y="21852"/>
                  <a:pt x="35707" y="22261"/>
                  <a:pt x="36221" y="22728"/>
                </a:cubicBezTo>
                <a:cubicBezTo>
                  <a:pt x="37365" y="23848"/>
                  <a:pt x="38357" y="25120"/>
                  <a:pt x="39186" y="26498"/>
                </a:cubicBezTo>
                <a:cubicBezTo>
                  <a:pt x="40073" y="27934"/>
                  <a:pt x="40890" y="29439"/>
                  <a:pt x="41754" y="30898"/>
                </a:cubicBezTo>
                <a:cubicBezTo>
                  <a:pt x="42513" y="32206"/>
                  <a:pt x="43330" y="33478"/>
                  <a:pt x="44462" y="34505"/>
                </a:cubicBezTo>
                <a:cubicBezTo>
                  <a:pt x="44754" y="34762"/>
                  <a:pt x="45104" y="34972"/>
                  <a:pt x="45466" y="35112"/>
                </a:cubicBezTo>
                <a:cubicBezTo>
                  <a:pt x="45587" y="35160"/>
                  <a:pt x="45698" y="35183"/>
                  <a:pt x="45800" y="35183"/>
                </a:cubicBezTo>
                <a:cubicBezTo>
                  <a:pt x="46122" y="35183"/>
                  <a:pt x="46351" y="34957"/>
                  <a:pt x="46493" y="34575"/>
                </a:cubicBezTo>
                <a:cubicBezTo>
                  <a:pt x="46656" y="34097"/>
                  <a:pt x="46563" y="33630"/>
                  <a:pt x="46400" y="33198"/>
                </a:cubicBezTo>
                <a:cubicBezTo>
                  <a:pt x="45711" y="31389"/>
                  <a:pt x="44742" y="29743"/>
                  <a:pt x="43668" y="28155"/>
                </a:cubicBezTo>
                <a:cubicBezTo>
                  <a:pt x="43330" y="27665"/>
                  <a:pt x="43026" y="27163"/>
                  <a:pt x="42746" y="26650"/>
                </a:cubicBezTo>
                <a:cubicBezTo>
                  <a:pt x="42594" y="26369"/>
                  <a:pt x="42548" y="26031"/>
                  <a:pt x="42793" y="25774"/>
                </a:cubicBezTo>
                <a:cubicBezTo>
                  <a:pt x="42924" y="25630"/>
                  <a:pt x="43086" y="25560"/>
                  <a:pt x="43263" y="25560"/>
                </a:cubicBezTo>
                <a:cubicBezTo>
                  <a:pt x="43416" y="25560"/>
                  <a:pt x="43582" y="25613"/>
                  <a:pt x="43750" y="25716"/>
                </a:cubicBezTo>
                <a:cubicBezTo>
                  <a:pt x="43983" y="25867"/>
                  <a:pt x="44193" y="26054"/>
                  <a:pt x="44415" y="26206"/>
                </a:cubicBezTo>
                <a:cubicBezTo>
                  <a:pt x="44859" y="26521"/>
                  <a:pt x="45267" y="26930"/>
                  <a:pt x="45758" y="27105"/>
                </a:cubicBezTo>
                <a:cubicBezTo>
                  <a:pt x="45986" y="27185"/>
                  <a:pt x="46200" y="27224"/>
                  <a:pt x="46393" y="27224"/>
                </a:cubicBezTo>
                <a:cubicBezTo>
                  <a:pt x="47045" y="27224"/>
                  <a:pt x="47445" y="26773"/>
                  <a:pt x="47310" y="25926"/>
                </a:cubicBezTo>
                <a:cubicBezTo>
                  <a:pt x="47263" y="25681"/>
                  <a:pt x="47205" y="25436"/>
                  <a:pt x="47112" y="25190"/>
                </a:cubicBezTo>
                <a:cubicBezTo>
                  <a:pt x="46481" y="23556"/>
                  <a:pt x="45256" y="22389"/>
                  <a:pt x="43960" y="21280"/>
                </a:cubicBezTo>
                <a:cubicBezTo>
                  <a:pt x="42921" y="20393"/>
                  <a:pt x="41882" y="19506"/>
                  <a:pt x="40855" y="18572"/>
                </a:cubicBezTo>
                <a:cubicBezTo>
                  <a:pt x="40517" y="18233"/>
                  <a:pt x="40213" y="17860"/>
                  <a:pt x="39968" y="17440"/>
                </a:cubicBezTo>
                <a:cubicBezTo>
                  <a:pt x="39734" y="17101"/>
                  <a:pt x="39828" y="16763"/>
                  <a:pt x="40225" y="16658"/>
                </a:cubicBezTo>
                <a:cubicBezTo>
                  <a:pt x="40530" y="16589"/>
                  <a:pt x="40870" y="16525"/>
                  <a:pt x="41193" y="16525"/>
                </a:cubicBezTo>
                <a:cubicBezTo>
                  <a:pt x="41364" y="16525"/>
                  <a:pt x="41530" y="16543"/>
                  <a:pt x="41684" y="16588"/>
                </a:cubicBezTo>
                <a:cubicBezTo>
                  <a:pt x="42594" y="16868"/>
                  <a:pt x="43481" y="17230"/>
                  <a:pt x="44345" y="17673"/>
                </a:cubicBezTo>
                <a:cubicBezTo>
                  <a:pt x="46061" y="18549"/>
                  <a:pt x="47450" y="19879"/>
                  <a:pt x="48804" y="21245"/>
                </a:cubicBezTo>
                <a:cubicBezTo>
                  <a:pt x="50847" y="23311"/>
                  <a:pt x="52983" y="25307"/>
                  <a:pt x="54536" y="27817"/>
                </a:cubicBezTo>
                <a:cubicBezTo>
                  <a:pt x="54802" y="28267"/>
                  <a:pt x="55321" y="28514"/>
                  <a:pt x="55780" y="28514"/>
                </a:cubicBezTo>
                <a:cubicBezTo>
                  <a:pt x="55905" y="28514"/>
                  <a:pt x="56025" y="28496"/>
                  <a:pt x="56135" y="28459"/>
                </a:cubicBezTo>
                <a:cubicBezTo>
                  <a:pt x="56765" y="28249"/>
                  <a:pt x="57115" y="27700"/>
                  <a:pt x="57139" y="26988"/>
                </a:cubicBezTo>
                <a:cubicBezTo>
                  <a:pt x="57185" y="25867"/>
                  <a:pt x="56672" y="24969"/>
                  <a:pt x="56053" y="24128"/>
                </a:cubicBezTo>
                <a:cubicBezTo>
                  <a:pt x="55283" y="23078"/>
                  <a:pt x="54466" y="22062"/>
                  <a:pt x="53590" y="21093"/>
                </a:cubicBezTo>
                <a:cubicBezTo>
                  <a:pt x="52610" y="20031"/>
                  <a:pt x="51582" y="19027"/>
                  <a:pt x="50485" y="18082"/>
                </a:cubicBezTo>
                <a:cubicBezTo>
                  <a:pt x="49353" y="17090"/>
                  <a:pt x="48162" y="16156"/>
                  <a:pt x="46925" y="15304"/>
                </a:cubicBezTo>
                <a:cubicBezTo>
                  <a:pt x="45454" y="14265"/>
                  <a:pt x="43925" y="13319"/>
                  <a:pt x="42361" y="12444"/>
                </a:cubicBezTo>
                <a:cubicBezTo>
                  <a:pt x="39770" y="11055"/>
                  <a:pt x="37108" y="9782"/>
                  <a:pt x="34493" y="8428"/>
                </a:cubicBezTo>
                <a:cubicBezTo>
                  <a:pt x="34027" y="8172"/>
                  <a:pt x="33583" y="7868"/>
                  <a:pt x="33174" y="7530"/>
                </a:cubicBezTo>
                <a:cubicBezTo>
                  <a:pt x="32964" y="7378"/>
                  <a:pt x="32988" y="7214"/>
                  <a:pt x="33256" y="7109"/>
                </a:cubicBezTo>
                <a:cubicBezTo>
                  <a:pt x="33349" y="7086"/>
                  <a:pt x="33431" y="7051"/>
                  <a:pt x="33525" y="7016"/>
                </a:cubicBezTo>
                <a:cubicBezTo>
                  <a:pt x="34015" y="6911"/>
                  <a:pt x="34505" y="6771"/>
                  <a:pt x="34984" y="6619"/>
                </a:cubicBezTo>
                <a:cubicBezTo>
                  <a:pt x="35626" y="6374"/>
                  <a:pt x="35707" y="5697"/>
                  <a:pt x="35170" y="5277"/>
                </a:cubicBezTo>
                <a:cubicBezTo>
                  <a:pt x="34995" y="5137"/>
                  <a:pt x="34809" y="5020"/>
                  <a:pt x="34610" y="4938"/>
                </a:cubicBezTo>
                <a:cubicBezTo>
                  <a:pt x="33093" y="4296"/>
                  <a:pt x="31587" y="3619"/>
                  <a:pt x="30046" y="3036"/>
                </a:cubicBezTo>
                <a:cubicBezTo>
                  <a:pt x="27770" y="2183"/>
                  <a:pt x="25447" y="1436"/>
                  <a:pt x="23031" y="1063"/>
                </a:cubicBezTo>
                <a:cubicBezTo>
                  <a:pt x="20930" y="748"/>
                  <a:pt x="18840" y="432"/>
                  <a:pt x="16727" y="199"/>
                </a:cubicBezTo>
                <a:cubicBezTo>
                  <a:pt x="15537" y="59"/>
                  <a:pt x="14311" y="71"/>
                  <a:pt x="1282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40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22860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GB" sz="15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STATcube Außenhandle ab 2007; KN 2-Steller</a:t>
            </a:r>
            <a:endParaRPr sz="1100"/>
          </a:p>
          <a:p>
            <a:pPr indent="-22860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GB" sz="15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We decided to go for 14 years </a:t>
            </a:r>
            <a:endParaRPr sz="1500">
              <a:solidFill>
                <a:schemeClr val="dk1"/>
              </a:solidFill>
              <a:latin typeface="Yusei Magic"/>
              <a:ea typeface="Yusei Magic"/>
              <a:cs typeface="Yusei Magic"/>
              <a:sym typeface="Yusei Magic"/>
            </a:endParaRPr>
          </a:p>
          <a:p>
            <a:pPr indent="-22860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GB" sz="15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(except the 3 months that were not yet available for 2025) </a:t>
            </a:r>
            <a:endParaRPr sz="1100"/>
          </a:p>
          <a:p>
            <a:pPr indent="-22860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GB" sz="15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2007 to 2025 monthly data with 2 years val and 2 years test</a:t>
            </a:r>
            <a:endParaRPr sz="1100"/>
          </a:p>
          <a:p>
            <a:pPr indent="-22860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GB" sz="15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Section 9: Coffee, Tea, Mate, Spices</a:t>
            </a:r>
            <a:endParaRPr sz="1100"/>
          </a:p>
          <a:p>
            <a:pPr indent="-22860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GB" sz="15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We looked at Import and Export </a:t>
            </a:r>
            <a:r>
              <a:rPr lang="en-GB" sz="15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Quantities (kg) and values (EUR)</a:t>
            </a:r>
            <a:endParaRPr sz="1100"/>
          </a:p>
        </p:txBody>
      </p:sp>
      <p:grpSp>
        <p:nvGrpSpPr>
          <p:cNvPr id="277" name="Google Shape;277;p40"/>
          <p:cNvGrpSpPr/>
          <p:nvPr/>
        </p:nvGrpSpPr>
        <p:grpSpPr>
          <a:xfrm>
            <a:off x="7644919" y="944635"/>
            <a:ext cx="352163" cy="280931"/>
            <a:chOff x="1101425" y="4597125"/>
            <a:chExt cx="469550" cy="374575"/>
          </a:xfrm>
        </p:grpSpPr>
        <p:sp>
          <p:nvSpPr>
            <p:cNvPr id="278" name="Google Shape;278;p40"/>
            <p:cNvSpPr/>
            <p:nvPr/>
          </p:nvSpPr>
          <p:spPr>
            <a:xfrm>
              <a:off x="1101425" y="4597125"/>
              <a:ext cx="438050" cy="283250"/>
            </a:xfrm>
            <a:custGeom>
              <a:rect b="b" l="l" r="r" t="t"/>
              <a:pathLst>
                <a:path extrusionOk="0" h="11330" w="17522">
                  <a:moveTo>
                    <a:pt x="12099" y="0"/>
                  </a:moveTo>
                  <a:cubicBezTo>
                    <a:pt x="11486" y="0"/>
                    <a:pt x="10870" y="51"/>
                    <a:pt x="10261" y="146"/>
                  </a:cubicBezTo>
                  <a:cubicBezTo>
                    <a:pt x="9607" y="228"/>
                    <a:pt x="8965" y="357"/>
                    <a:pt x="8335" y="532"/>
                  </a:cubicBezTo>
                  <a:cubicBezTo>
                    <a:pt x="7086" y="870"/>
                    <a:pt x="5895" y="1407"/>
                    <a:pt x="4809" y="2119"/>
                  </a:cubicBezTo>
                  <a:cubicBezTo>
                    <a:pt x="3467" y="2971"/>
                    <a:pt x="2276" y="4057"/>
                    <a:pt x="1308" y="5318"/>
                  </a:cubicBezTo>
                  <a:cubicBezTo>
                    <a:pt x="432" y="6438"/>
                    <a:pt x="0" y="7699"/>
                    <a:pt x="199" y="9135"/>
                  </a:cubicBezTo>
                  <a:cubicBezTo>
                    <a:pt x="257" y="9660"/>
                    <a:pt x="409" y="10162"/>
                    <a:pt x="654" y="10640"/>
                  </a:cubicBezTo>
                  <a:cubicBezTo>
                    <a:pt x="829" y="11014"/>
                    <a:pt x="1121" y="11271"/>
                    <a:pt x="1553" y="11306"/>
                  </a:cubicBezTo>
                  <a:cubicBezTo>
                    <a:pt x="1833" y="11329"/>
                    <a:pt x="2101" y="11329"/>
                    <a:pt x="2381" y="11329"/>
                  </a:cubicBezTo>
                  <a:cubicBezTo>
                    <a:pt x="3140" y="11317"/>
                    <a:pt x="3899" y="11177"/>
                    <a:pt x="4623" y="10909"/>
                  </a:cubicBezTo>
                  <a:cubicBezTo>
                    <a:pt x="6269" y="10325"/>
                    <a:pt x="7447" y="9193"/>
                    <a:pt x="8405" y="7769"/>
                  </a:cubicBezTo>
                  <a:cubicBezTo>
                    <a:pt x="8813" y="7162"/>
                    <a:pt x="9257" y="6578"/>
                    <a:pt x="9747" y="6018"/>
                  </a:cubicBezTo>
                  <a:cubicBezTo>
                    <a:pt x="10459" y="5224"/>
                    <a:pt x="11346" y="4594"/>
                    <a:pt x="12338" y="4174"/>
                  </a:cubicBezTo>
                  <a:cubicBezTo>
                    <a:pt x="12969" y="3893"/>
                    <a:pt x="13634" y="3707"/>
                    <a:pt x="14323" y="3602"/>
                  </a:cubicBezTo>
                  <a:cubicBezTo>
                    <a:pt x="15011" y="3497"/>
                    <a:pt x="15712" y="3415"/>
                    <a:pt x="16412" y="3310"/>
                  </a:cubicBezTo>
                  <a:cubicBezTo>
                    <a:pt x="16774" y="3275"/>
                    <a:pt x="17124" y="3193"/>
                    <a:pt x="17521" y="3123"/>
                  </a:cubicBezTo>
                  <a:cubicBezTo>
                    <a:pt x="17439" y="2983"/>
                    <a:pt x="17369" y="2866"/>
                    <a:pt x="17311" y="2761"/>
                  </a:cubicBezTo>
                  <a:cubicBezTo>
                    <a:pt x="16307" y="964"/>
                    <a:pt x="14743" y="100"/>
                    <a:pt x="12724" y="18"/>
                  </a:cubicBezTo>
                  <a:cubicBezTo>
                    <a:pt x="12516" y="6"/>
                    <a:pt x="12308" y="0"/>
                    <a:pt x="120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40"/>
            <p:cNvSpPr/>
            <p:nvPr/>
          </p:nvSpPr>
          <p:spPr>
            <a:xfrm>
              <a:off x="1148975" y="4706625"/>
              <a:ext cx="422000" cy="265075"/>
            </a:xfrm>
            <a:custGeom>
              <a:rect b="b" l="l" r="r" t="t"/>
              <a:pathLst>
                <a:path extrusionOk="0" h="10603" w="16880">
                  <a:moveTo>
                    <a:pt x="15934" y="0"/>
                  </a:moveTo>
                  <a:cubicBezTo>
                    <a:pt x="15911" y="0"/>
                    <a:pt x="15888" y="1"/>
                    <a:pt x="15864" y="4"/>
                  </a:cubicBezTo>
                  <a:cubicBezTo>
                    <a:pt x="15339" y="15"/>
                    <a:pt x="14825" y="62"/>
                    <a:pt x="14312" y="132"/>
                  </a:cubicBezTo>
                  <a:cubicBezTo>
                    <a:pt x="13214" y="296"/>
                    <a:pt x="12141" y="611"/>
                    <a:pt x="11113" y="1054"/>
                  </a:cubicBezTo>
                  <a:cubicBezTo>
                    <a:pt x="10308" y="1428"/>
                    <a:pt x="9561" y="1918"/>
                    <a:pt x="8896" y="2525"/>
                  </a:cubicBezTo>
                  <a:cubicBezTo>
                    <a:pt x="8102" y="3260"/>
                    <a:pt x="7448" y="4148"/>
                    <a:pt x="6970" y="5116"/>
                  </a:cubicBezTo>
                  <a:cubicBezTo>
                    <a:pt x="6573" y="5863"/>
                    <a:pt x="6001" y="6517"/>
                    <a:pt x="5300" y="6996"/>
                  </a:cubicBezTo>
                  <a:cubicBezTo>
                    <a:pt x="4308" y="7661"/>
                    <a:pt x="3188" y="7918"/>
                    <a:pt x="2020" y="8035"/>
                  </a:cubicBezTo>
                  <a:cubicBezTo>
                    <a:pt x="1460" y="8093"/>
                    <a:pt x="900" y="8163"/>
                    <a:pt x="339" y="8233"/>
                  </a:cubicBezTo>
                  <a:cubicBezTo>
                    <a:pt x="246" y="8245"/>
                    <a:pt x="141" y="8256"/>
                    <a:pt x="48" y="8280"/>
                  </a:cubicBezTo>
                  <a:lnTo>
                    <a:pt x="1" y="8361"/>
                  </a:lnTo>
                  <a:cubicBezTo>
                    <a:pt x="409" y="8723"/>
                    <a:pt x="783" y="9108"/>
                    <a:pt x="1203" y="9435"/>
                  </a:cubicBezTo>
                  <a:cubicBezTo>
                    <a:pt x="2160" y="10182"/>
                    <a:pt x="3281" y="10498"/>
                    <a:pt x="4460" y="10568"/>
                  </a:cubicBezTo>
                  <a:cubicBezTo>
                    <a:pt x="4814" y="10591"/>
                    <a:pt x="5167" y="10603"/>
                    <a:pt x="5519" y="10603"/>
                  </a:cubicBezTo>
                  <a:cubicBezTo>
                    <a:pt x="6222" y="10603"/>
                    <a:pt x="6923" y="10556"/>
                    <a:pt x="7623" y="10463"/>
                  </a:cubicBezTo>
                  <a:cubicBezTo>
                    <a:pt x="8569" y="10322"/>
                    <a:pt x="9491" y="10066"/>
                    <a:pt x="10366" y="9715"/>
                  </a:cubicBezTo>
                  <a:cubicBezTo>
                    <a:pt x="11160" y="9389"/>
                    <a:pt x="11907" y="8980"/>
                    <a:pt x="12608" y="8478"/>
                  </a:cubicBezTo>
                  <a:cubicBezTo>
                    <a:pt x="13460" y="7871"/>
                    <a:pt x="14242" y="7147"/>
                    <a:pt x="14930" y="6342"/>
                  </a:cubicBezTo>
                  <a:cubicBezTo>
                    <a:pt x="15409" y="5758"/>
                    <a:pt x="15899" y="5163"/>
                    <a:pt x="16238" y="4474"/>
                  </a:cubicBezTo>
                  <a:cubicBezTo>
                    <a:pt x="16541" y="3879"/>
                    <a:pt x="16728" y="3237"/>
                    <a:pt x="16798" y="2572"/>
                  </a:cubicBezTo>
                  <a:cubicBezTo>
                    <a:pt x="16880" y="1871"/>
                    <a:pt x="16821" y="1183"/>
                    <a:pt x="16611" y="517"/>
                  </a:cubicBezTo>
                  <a:cubicBezTo>
                    <a:pt x="16524" y="213"/>
                    <a:pt x="16246" y="0"/>
                    <a:pt x="159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0" name="Google Shape;280;p40"/>
          <p:cNvGrpSpPr/>
          <p:nvPr/>
        </p:nvGrpSpPr>
        <p:grpSpPr>
          <a:xfrm rot="4310209">
            <a:off x="8107184" y="783821"/>
            <a:ext cx="209480" cy="194530"/>
            <a:chOff x="1101425" y="4597125"/>
            <a:chExt cx="469550" cy="374575"/>
          </a:xfrm>
        </p:grpSpPr>
        <p:sp>
          <p:nvSpPr>
            <p:cNvPr id="281" name="Google Shape;281;p40"/>
            <p:cNvSpPr/>
            <p:nvPr/>
          </p:nvSpPr>
          <p:spPr>
            <a:xfrm>
              <a:off x="1101425" y="4597125"/>
              <a:ext cx="438050" cy="283250"/>
            </a:xfrm>
            <a:custGeom>
              <a:rect b="b" l="l" r="r" t="t"/>
              <a:pathLst>
                <a:path extrusionOk="0" h="11330" w="17522">
                  <a:moveTo>
                    <a:pt x="12099" y="0"/>
                  </a:moveTo>
                  <a:cubicBezTo>
                    <a:pt x="11486" y="0"/>
                    <a:pt x="10870" y="51"/>
                    <a:pt x="10261" y="146"/>
                  </a:cubicBezTo>
                  <a:cubicBezTo>
                    <a:pt x="9607" y="228"/>
                    <a:pt x="8965" y="357"/>
                    <a:pt x="8335" y="532"/>
                  </a:cubicBezTo>
                  <a:cubicBezTo>
                    <a:pt x="7086" y="870"/>
                    <a:pt x="5895" y="1407"/>
                    <a:pt x="4809" y="2119"/>
                  </a:cubicBezTo>
                  <a:cubicBezTo>
                    <a:pt x="3467" y="2971"/>
                    <a:pt x="2276" y="4057"/>
                    <a:pt x="1308" y="5318"/>
                  </a:cubicBezTo>
                  <a:cubicBezTo>
                    <a:pt x="432" y="6438"/>
                    <a:pt x="0" y="7699"/>
                    <a:pt x="199" y="9135"/>
                  </a:cubicBezTo>
                  <a:cubicBezTo>
                    <a:pt x="257" y="9660"/>
                    <a:pt x="409" y="10162"/>
                    <a:pt x="654" y="10640"/>
                  </a:cubicBezTo>
                  <a:cubicBezTo>
                    <a:pt x="829" y="11014"/>
                    <a:pt x="1121" y="11271"/>
                    <a:pt x="1553" y="11306"/>
                  </a:cubicBezTo>
                  <a:cubicBezTo>
                    <a:pt x="1833" y="11329"/>
                    <a:pt x="2101" y="11329"/>
                    <a:pt x="2381" y="11329"/>
                  </a:cubicBezTo>
                  <a:cubicBezTo>
                    <a:pt x="3140" y="11317"/>
                    <a:pt x="3899" y="11177"/>
                    <a:pt x="4623" y="10909"/>
                  </a:cubicBezTo>
                  <a:cubicBezTo>
                    <a:pt x="6269" y="10325"/>
                    <a:pt x="7447" y="9193"/>
                    <a:pt x="8405" y="7769"/>
                  </a:cubicBezTo>
                  <a:cubicBezTo>
                    <a:pt x="8813" y="7162"/>
                    <a:pt x="9257" y="6578"/>
                    <a:pt x="9747" y="6018"/>
                  </a:cubicBezTo>
                  <a:cubicBezTo>
                    <a:pt x="10459" y="5224"/>
                    <a:pt x="11346" y="4594"/>
                    <a:pt x="12338" y="4174"/>
                  </a:cubicBezTo>
                  <a:cubicBezTo>
                    <a:pt x="12969" y="3893"/>
                    <a:pt x="13634" y="3707"/>
                    <a:pt x="14323" y="3602"/>
                  </a:cubicBezTo>
                  <a:cubicBezTo>
                    <a:pt x="15011" y="3497"/>
                    <a:pt x="15712" y="3415"/>
                    <a:pt x="16412" y="3310"/>
                  </a:cubicBezTo>
                  <a:cubicBezTo>
                    <a:pt x="16774" y="3275"/>
                    <a:pt x="17124" y="3193"/>
                    <a:pt x="17521" y="3123"/>
                  </a:cubicBezTo>
                  <a:cubicBezTo>
                    <a:pt x="17439" y="2983"/>
                    <a:pt x="17369" y="2866"/>
                    <a:pt x="17311" y="2761"/>
                  </a:cubicBezTo>
                  <a:cubicBezTo>
                    <a:pt x="16307" y="964"/>
                    <a:pt x="14743" y="100"/>
                    <a:pt x="12724" y="18"/>
                  </a:cubicBezTo>
                  <a:cubicBezTo>
                    <a:pt x="12516" y="6"/>
                    <a:pt x="12308" y="0"/>
                    <a:pt x="120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40"/>
            <p:cNvSpPr/>
            <p:nvPr/>
          </p:nvSpPr>
          <p:spPr>
            <a:xfrm>
              <a:off x="1148975" y="4706625"/>
              <a:ext cx="422000" cy="265075"/>
            </a:xfrm>
            <a:custGeom>
              <a:rect b="b" l="l" r="r" t="t"/>
              <a:pathLst>
                <a:path extrusionOk="0" h="10603" w="16880">
                  <a:moveTo>
                    <a:pt x="15934" y="0"/>
                  </a:moveTo>
                  <a:cubicBezTo>
                    <a:pt x="15911" y="0"/>
                    <a:pt x="15888" y="1"/>
                    <a:pt x="15864" y="4"/>
                  </a:cubicBezTo>
                  <a:cubicBezTo>
                    <a:pt x="15339" y="15"/>
                    <a:pt x="14825" y="62"/>
                    <a:pt x="14312" y="132"/>
                  </a:cubicBezTo>
                  <a:cubicBezTo>
                    <a:pt x="13214" y="296"/>
                    <a:pt x="12141" y="611"/>
                    <a:pt x="11113" y="1054"/>
                  </a:cubicBezTo>
                  <a:cubicBezTo>
                    <a:pt x="10308" y="1428"/>
                    <a:pt x="9561" y="1918"/>
                    <a:pt x="8896" y="2525"/>
                  </a:cubicBezTo>
                  <a:cubicBezTo>
                    <a:pt x="8102" y="3260"/>
                    <a:pt x="7448" y="4148"/>
                    <a:pt x="6970" y="5116"/>
                  </a:cubicBezTo>
                  <a:cubicBezTo>
                    <a:pt x="6573" y="5863"/>
                    <a:pt x="6001" y="6517"/>
                    <a:pt x="5300" y="6996"/>
                  </a:cubicBezTo>
                  <a:cubicBezTo>
                    <a:pt x="4308" y="7661"/>
                    <a:pt x="3188" y="7918"/>
                    <a:pt x="2020" y="8035"/>
                  </a:cubicBezTo>
                  <a:cubicBezTo>
                    <a:pt x="1460" y="8093"/>
                    <a:pt x="900" y="8163"/>
                    <a:pt x="339" y="8233"/>
                  </a:cubicBezTo>
                  <a:cubicBezTo>
                    <a:pt x="246" y="8245"/>
                    <a:pt x="141" y="8256"/>
                    <a:pt x="48" y="8280"/>
                  </a:cubicBezTo>
                  <a:lnTo>
                    <a:pt x="1" y="8361"/>
                  </a:lnTo>
                  <a:cubicBezTo>
                    <a:pt x="409" y="8723"/>
                    <a:pt x="783" y="9108"/>
                    <a:pt x="1203" y="9435"/>
                  </a:cubicBezTo>
                  <a:cubicBezTo>
                    <a:pt x="2160" y="10182"/>
                    <a:pt x="3281" y="10498"/>
                    <a:pt x="4460" y="10568"/>
                  </a:cubicBezTo>
                  <a:cubicBezTo>
                    <a:pt x="4814" y="10591"/>
                    <a:pt x="5167" y="10603"/>
                    <a:pt x="5519" y="10603"/>
                  </a:cubicBezTo>
                  <a:cubicBezTo>
                    <a:pt x="6222" y="10603"/>
                    <a:pt x="6923" y="10556"/>
                    <a:pt x="7623" y="10463"/>
                  </a:cubicBezTo>
                  <a:cubicBezTo>
                    <a:pt x="8569" y="10322"/>
                    <a:pt x="9491" y="10066"/>
                    <a:pt x="10366" y="9715"/>
                  </a:cubicBezTo>
                  <a:cubicBezTo>
                    <a:pt x="11160" y="9389"/>
                    <a:pt x="11907" y="8980"/>
                    <a:pt x="12608" y="8478"/>
                  </a:cubicBezTo>
                  <a:cubicBezTo>
                    <a:pt x="13460" y="7871"/>
                    <a:pt x="14242" y="7147"/>
                    <a:pt x="14930" y="6342"/>
                  </a:cubicBezTo>
                  <a:cubicBezTo>
                    <a:pt x="15409" y="5758"/>
                    <a:pt x="15899" y="5163"/>
                    <a:pt x="16238" y="4474"/>
                  </a:cubicBezTo>
                  <a:cubicBezTo>
                    <a:pt x="16541" y="3879"/>
                    <a:pt x="16728" y="3237"/>
                    <a:pt x="16798" y="2572"/>
                  </a:cubicBezTo>
                  <a:cubicBezTo>
                    <a:pt x="16880" y="1871"/>
                    <a:pt x="16821" y="1183"/>
                    <a:pt x="16611" y="517"/>
                  </a:cubicBezTo>
                  <a:cubicBezTo>
                    <a:pt x="16524" y="213"/>
                    <a:pt x="16246" y="0"/>
                    <a:pt x="159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1"/>
          <p:cNvSpPr/>
          <p:nvPr/>
        </p:nvSpPr>
        <p:spPr>
          <a:xfrm rot="5400000">
            <a:off x="-4328660" y="506225"/>
            <a:ext cx="9737074" cy="5416968"/>
          </a:xfrm>
          <a:custGeom>
            <a:rect b="b" l="l" r="r" t="t"/>
            <a:pathLst>
              <a:path extrusionOk="0" h="5171330" w="6869188">
                <a:moveTo>
                  <a:pt x="609600" y="37856"/>
                </a:moveTo>
                <a:lnTo>
                  <a:pt x="609600" y="37856"/>
                </a:lnTo>
                <a:cubicBezTo>
                  <a:pt x="974044" y="8701"/>
                  <a:pt x="1172153" y="-21815"/>
                  <a:pt x="1556084" y="21814"/>
                </a:cubicBezTo>
                <a:cubicBezTo>
                  <a:pt x="1613309" y="28317"/>
                  <a:pt x="1662579" y="65761"/>
                  <a:pt x="1716505" y="85983"/>
                </a:cubicBezTo>
                <a:cubicBezTo>
                  <a:pt x="1790938" y="113895"/>
                  <a:pt x="1868266" y="134330"/>
                  <a:pt x="1941095" y="166193"/>
                </a:cubicBezTo>
                <a:cubicBezTo>
                  <a:pt x="2129828" y="248763"/>
                  <a:pt x="2221881" y="298003"/>
                  <a:pt x="2374232" y="406825"/>
                </a:cubicBezTo>
                <a:cubicBezTo>
                  <a:pt x="2536877" y="523000"/>
                  <a:pt x="2581558" y="553069"/>
                  <a:pt x="2711116" y="695583"/>
                </a:cubicBezTo>
                <a:cubicBezTo>
                  <a:pt x="2772371" y="762964"/>
                  <a:pt x="2826046" y="837003"/>
                  <a:pt x="2887579" y="904130"/>
                </a:cubicBezTo>
                <a:cubicBezTo>
                  <a:pt x="2946400" y="968298"/>
                  <a:pt x="3006923" y="1030947"/>
                  <a:pt x="3064042" y="1096635"/>
                </a:cubicBezTo>
                <a:cubicBezTo>
                  <a:pt x="3113912" y="1153986"/>
                  <a:pt x="3153321" y="1220754"/>
                  <a:pt x="3208421" y="1273099"/>
                </a:cubicBezTo>
                <a:cubicBezTo>
                  <a:pt x="3299180" y="1359320"/>
                  <a:pt x="3483195" y="1463081"/>
                  <a:pt x="3593432" y="1513730"/>
                </a:cubicBezTo>
                <a:cubicBezTo>
                  <a:pt x="3731919" y="1577359"/>
                  <a:pt x="4043926" y="1708823"/>
                  <a:pt x="4219074" y="1754362"/>
                </a:cubicBezTo>
                <a:cubicBezTo>
                  <a:pt x="4385628" y="1797666"/>
                  <a:pt x="4737769" y="1850614"/>
                  <a:pt x="5021179" y="1946867"/>
                </a:cubicBezTo>
                <a:cubicBezTo>
                  <a:pt x="5304589" y="2043120"/>
                  <a:pt x="5830178" y="2295709"/>
                  <a:pt x="5919537" y="2331878"/>
                </a:cubicBezTo>
                <a:cubicBezTo>
                  <a:pt x="6305961" y="2488288"/>
                  <a:pt x="6125410" y="2473583"/>
                  <a:pt x="6272463" y="2604593"/>
                </a:cubicBezTo>
                <a:cubicBezTo>
                  <a:pt x="6419516" y="2735603"/>
                  <a:pt x="6720800" y="2955835"/>
                  <a:pt x="6801853" y="3117941"/>
                </a:cubicBezTo>
                <a:lnTo>
                  <a:pt x="6849979" y="3214193"/>
                </a:lnTo>
                <a:cubicBezTo>
                  <a:pt x="6869549" y="3546892"/>
                  <a:pt x="6892082" y="3717331"/>
                  <a:pt x="6817895" y="4096509"/>
                </a:cubicBezTo>
                <a:cubicBezTo>
                  <a:pt x="6809557" y="4139125"/>
                  <a:pt x="6618921" y="4338774"/>
                  <a:pt x="6593305" y="4353183"/>
                </a:cubicBezTo>
                <a:cubicBezTo>
                  <a:pt x="6392206" y="4466301"/>
                  <a:pt x="5845367" y="4636837"/>
                  <a:pt x="5662863" y="4690067"/>
                </a:cubicBezTo>
                <a:cubicBezTo>
                  <a:pt x="5402969" y="4765869"/>
                  <a:pt x="4808813" y="4918946"/>
                  <a:pt x="4523874" y="4962783"/>
                </a:cubicBezTo>
                <a:cubicBezTo>
                  <a:pt x="4145623" y="5020976"/>
                  <a:pt x="3765806" y="5070299"/>
                  <a:pt x="3384884" y="5107162"/>
                </a:cubicBezTo>
                <a:cubicBezTo>
                  <a:pt x="3219116" y="5123204"/>
                  <a:pt x="3053858" y="5145920"/>
                  <a:pt x="2887579" y="5155288"/>
                </a:cubicBezTo>
                <a:cubicBezTo>
                  <a:pt x="2673956" y="5167323"/>
                  <a:pt x="2459790" y="5165983"/>
                  <a:pt x="2245895" y="5171330"/>
                </a:cubicBezTo>
                <a:cubicBezTo>
                  <a:pt x="1876926" y="5139246"/>
                  <a:pt x="1506691" y="5119378"/>
                  <a:pt x="1138989" y="5075077"/>
                </a:cubicBezTo>
                <a:cubicBezTo>
                  <a:pt x="974851" y="5055301"/>
                  <a:pt x="649255" y="4901189"/>
                  <a:pt x="545432" y="4834446"/>
                </a:cubicBezTo>
                <a:cubicBezTo>
                  <a:pt x="425213" y="4757162"/>
                  <a:pt x="311103" y="4706281"/>
                  <a:pt x="224589" y="4593814"/>
                </a:cubicBezTo>
                <a:cubicBezTo>
                  <a:pt x="198303" y="4559643"/>
                  <a:pt x="180592" y="4519622"/>
                  <a:pt x="160421" y="4481520"/>
                </a:cubicBezTo>
                <a:cubicBezTo>
                  <a:pt x="132448" y="4428682"/>
                  <a:pt x="102415" y="4376608"/>
                  <a:pt x="80211" y="4321099"/>
                </a:cubicBezTo>
                <a:cubicBezTo>
                  <a:pt x="29300" y="4193821"/>
                  <a:pt x="22725" y="4104520"/>
                  <a:pt x="0" y="3968172"/>
                </a:cubicBezTo>
                <a:cubicBezTo>
                  <a:pt x="10695" y="3294404"/>
                  <a:pt x="13242" y="2620457"/>
                  <a:pt x="32084" y="1946867"/>
                </a:cubicBezTo>
                <a:cubicBezTo>
                  <a:pt x="34643" y="1855371"/>
                  <a:pt x="48077" y="1764258"/>
                  <a:pt x="64168" y="1674151"/>
                </a:cubicBezTo>
                <a:cubicBezTo>
                  <a:pt x="101592" y="1464576"/>
                  <a:pt x="128397" y="1251517"/>
                  <a:pt x="192505" y="1048509"/>
                </a:cubicBezTo>
                <a:cubicBezTo>
                  <a:pt x="224589" y="946909"/>
                  <a:pt x="251105" y="843379"/>
                  <a:pt x="288758" y="743709"/>
                </a:cubicBezTo>
                <a:cubicBezTo>
                  <a:pt x="342108" y="602488"/>
                  <a:pt x="397709" y="461639"/>
                  <a:pt x="465221" y="326614"/>
                </a:cubicBezTo>
                <a:cubicBezTo>
                  <a:pt x="486610" y="283835"/>
                  <a:pt x="502165" y="237601"/>
                  <a:pt x="529389" y="198277"/>
                </a:cubicBezTo>
                <a:cubicBezTo>
                  <a:pt x="550912" y="167189"/>
                  <a:pt x="584479" y="146328"/>
                  <a:pt x="609600" y="118067"/>
                </a:cubicBezTo>
                <a:cubicBezTo>
                  <a:pt x="674244" y="45343"/>
                  <a:pt x="626949" y="53899"/>
                  <a:pt x="689811" y="53899"/>
                </a:cubicBezTo>
                <a:lnTo>
                  <a:pt x="609600" y="37856"/>
                </a:lnTo>
                <a:close/>
              </a:path>
            </a:pathLst>
          </a:custGeom>
          <a:solidFill>
            <a:srgbClr val="E2C1AC"/>
          </a:solidFill>
          <a:ln cap="flat" cmpd="sng" w="25400">
            <a:solidFill>
              <a:srgbClr val="E2C1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4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en-GB" sz="3000"/>
              <a:t>Data </a:t>
            </a:r>
            <a:endParaRPr sz="3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en-GB" sz="3000"/>
              <a:t>Engineering</a:t>
            </a:r>
            <a:endParaRPr/>
          </a:p>
        </p:txBody>
      </p:sp>
      <p:sp>
        <p:nvSpPr>
          <p:cNvPr id="289" name="Google Shape;289;p41"/>
          <p:cNvSpPr txBox="1"/>
          <p:nvPr>
            <p:ph idx="1" type="body"/>
          </p:nvPr>
        </p:nvSpPr>
        <p:spPr>
          <a:xfrm>
            <a:off x="3355000" y="445028"/>
            <a:ext cx="7713900" cy="12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22860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GB" sz="15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4 aggregations available</a:t>
            </a:r>
            <a:endParaRPr sz="1500">
              <a:solidFill>
                <a:schemeClr val="dk1"/>
              </a:solidFill>
              <a:latin typeface="Yusei Magic"/>
              <a:ea typeface="Yusei Magic"/>
              <a:cs typeface="Yusei Magic"/>
              <a:sym typeface="Yusei Magic"/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Yusei Magic"/>
              <a:buChar char="●"/>
            </a:pPr>
            <a:r>
              <a:rPr lang="en-GB" sz="15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Import and export in eur and kg</a:t>
            </a:r>
            <a:endParaRPr sz="1500">
              <a:solidFill>
                <a:schemeClr val="dk1"/>
              </a:solidFill>
              <a:latin typeface="Yusei Magic"/>
              <a:ea typeface="Yusei Magic"/>
              <a:cs typeface="Yusei Magic"/>
              <a:sym typeface="Yusei Magic"/>
            </a:endParaRPr>
          </a:p>
        </p:txBody>
      </p:sp>
      <p:sp>
        <p:nvSpPr>
          <p:cNvPr id="290" name="Google Shape;290;p41"/>
          <p:cNvSpPr/>
          <p:nvPr/>
        </p:nvSpPr>
        <p:spPr>
          <a:xfrm flipH="1" rot="10280856">
            <a:off x="7641236" y="-97776"/>
            <a:ext cx="1736488" cy="1658300"/>
          </a:xfrm>
          <a:custGeom>
            <a:rect b="b" l="l" r="r" t="t"/>
            <a:pathLst>
              <a:path extrusionOk="0" h="41223" w="83064">
                <a:moveTo>
                  <a:pt x="1958" y="1"/>
                </a:moveTo>
                <a:cubicBezTo>
                  <a:pt x="1411" y="1"/>
                  <a:pt x="865" y="223"/>
                  <a:pt x="467" y="671"/>
                </a:cubicBezTo>
                <a:cubicBezTo>
                  <a:pt x="23" y="1185"/>
                  <a:pt x="0" y="1780"/>
                  <a:pt x="58" y="2387"/>
                </a:cubicBezTo>
                <a:cubicBezTo>
                  <a:pt x="175" y="3391"/>
                  <a:pt x="665" y="4255"/>
                  <a:pt x="1191" y="5095"/>
                </a:cubicBezTo>
                <a:cubicBezTo>
                  <a:pt x="2533" y="7197"/>
                  <a:pt x="4121" y="9146"/>
                  <a:pt x="5906" y="10897"/>
                </a:cubicBezTo>
                <a:cubicBezTo>
                  <a:pt x="6840" y="11819"/>
                  <a:pt x="7832" y="12683"/>
                  <a:pt x="8825" y="13547"/>
                </a:cubicBezTo>
                <a:cubicBezTo>
                  <a:pt x="10821" y="15227"/>
                  <a:pt x="12933" y="16780"/>
                  <a:pt x="15140" y="18181"/>
                </a:cubicBezTo>
                <a:cubicBezTo>
                  <a:pt x="17719" y="19838"/>
                  <a:pt x="20451" y="21216"/>
                  <a:pt x="23171" y="22605"/>
                </a:cubicBezTo>
                <a:cubicBezTo>
                  <a:pt x="24968" y="23538"/>
                  <a:pt x="26766" y="24461"/>
                  <a:pt x="28540" y="25429"/>
                </a:cubicBezTo>
                <a:cubicBezTo>
                  <a:pt x="29112" y="25745"/>
                  <a:pt x="29602" y="26176"/>
                  <a:pt x="30081" y="26620"/>
                </a:cubicBezTo>
                <a:cubicBezTo>
                  <a:pt x="30221" y="26783"/>
                  <a:pt x="30268" y="27017"/>
                  <a:pt x="30209" y="27227"/>
                </a:cubicBezTo>
                <a:cubicBezTo>
                  <a:pt x="30127" y="27402"/>
                  <a:pt x="29859" y="27542"/>
                  <a:pt x="29649" y="27589"/>
                </a:cubicBezTo>
                <a:cubicBezTo>
                  <a:pt x="29582" y="27596"/>
                  <a:pt x="29514" y="27600"/>
                  <a:pt x="29445" y="27600"/>
                </a:cubicBezTo>
                <a:cubicBezTo>
                  <a:pt x="29287" y="27600"/>
                  <a:pt x="29127" y="27579"/>
                  <a:pt x="28972" y="27531"/>
                </a:cubicBezTo>
                <a:cubicBezTo>
                  <a:pt x="28575" y="27437"/>
                  <a:pt x="28190" y="27297"/>
                  <a:pt x="27793" y="27204"/>
                </a:cubicBezTo>
                <a:cubicBezTo>
                  <a:pt x="27428" y="27131"/>
                  <a:pt x="27068" y="27029"/>
                  <a:pt x="26695" y="27029"/>
                </a:cubicBezTo>
                <a:cubicBezTo>
                  <a:pt x="26531" y="27029"/>
                  <a:pt x="26364" y="27049"/>
                  <a:pt x="26194" y="27099"/>
                </a:cubicBezTo>
                <a:cubicBezTo>
                  <a:pt x="25598" y="27285"/>
                  <a:pt x="25237" y="27752"/>
                  <a:pt x="25435" y="28336"/>
                </a:cubicBezTo>
                <a:cubicBezTo>
                  <a:pt x="25587" y="28756"/>
                  <a:pt x="25820" y="29141"/>
                  <a:pt x="26124" y="29468"/>
                </a:cubicBezTo>
                <a:cubicBezTo>
                  <a:pt x="27279" y="30659"/>
                  <a:pt x="28703" y="31453"/>
                  <a:pt x="30268" y="31955"/>
                </a:cubicBezTo>
                <a:cubicBezTo>
                  <a:pt x="32240" y="32597"/>
                  <a:pt x="34260" y="33122"/>
                  <a:pt x="36256" y="33717"/>
                </a:cubicBezTo>
                <a:cubicBezTo>
                  <a:pt x="37108" y="33974"/>
                  <a:pt x="37948" y="34277"/>
                  <a:pt x="38684" y="34814"/>
                </a:cubicBezTo>
                <a:cubicBezTo>
                  <a:pt x="39174" y="35188"/>
                  <a:pt x="39197" y="35772"/>
                  <a:pt x="38684" y="36110"/>
                </a:cubicBezTo>
                <a:cubicBezTo>
                  <a:pt x="38322" y="36344"/>
                  <a:pt x="37925" y="36519"/>
                  <a:pt x="37505" y="36624"/>
                </a:cubicBezTo>
                <a:cubicBezTo>
                  <a:pt x="36862" y="36788"/>
                  <a:pt x="36214" y="36848"/>
                  <a:pt x="35560" y="36848"/>
                </a:cubicBezTo>
                <a:cubicBezTo>
                  <a:pt x="35241" y="36848"/>
                  <a:pt x="34920" y="36833"/>
                  <a:pt x="34598" y="36810"/>
                </a:cubicBezTo>
                <a:cubicBezTo>
                  <a:pt x="33081" y="36717"/>
                  <a:pt x="31587" y="36425"/>
                  <a:pt x="30139" y="35947"/>
                </a:cubicBezTo>
                <a:cubicBezTo>
                  <a:pt x="27921" y="35188"/>
                  <a:pt x="25703" y="34406"/>
                  <a:pt x="23521" y="33542"/>
                </a:cubicBezTo>
                <a:cubicBezTo>
                  <a:pt x="21922" y="32912"/>
                  <a:pt x="20381" y="32141"/>
                  <a:pt x="18828" y="31406"/>
                </a:cubicBezTo>
                <a:cubicBezTo>
                  <a:pt x="18268" y="31149"/>
                  <a:pt x="17766" y="30787"/>
                  <a:pt x="17194" y="30589"/>
                </a:cubicBezTo>
                <a:cubicBezTo>
                  <a:pt x="16991" y="30519"/>
                  <a:pt x="16792" y="30485"/>
                  <a:pt x="16606" y="30485"/>
                </a:cubicBezTo>
                <a:cubicBezTo>
                  <a:pt x="15895" y="30485"/>
                  <a:pt x="15362" y="30982"/>
                  <a:pt x="15408" y="31861"/>
                </a:cubicBezTo>
                <a:cubicBezTo>
                  <a:pt x="15420" y="32176"/>
                  <a:pt x="15502" y="32503"/>
                  <a:pt x="15642" y="32795"/>
                </a:cubicBezTo>
                <a:cubicBezTo>
                  <a:pt x="16062" y="33740"/>
                  <a:pt x="16809" y="34429"/>
                  <a:pt x="17673" y="34943"/>
                </a:cubicBezTo>
                <a:cubicBezTo>
                  <a:pt x="18758" y="35608"/>
                  <a:pt x="19890" y="36215"/>
                  <a:pt x="21034" y="36775"/>
                </a:cubicBezTo>
                <a:cubicBezTo>
                  <a:pt x="23439" y="37931"/>
                  <a:pt x="25937" y="38853"/>
                  <a:pt x="28517" y="39530"/>
                </a:cubicBezTo>
                <a:cubicBezTo>
                  <a:pt x="30513" y="40067"/>
                  <a:pt x="32544" y="40487"/>
                  <a:pt x="34563" y="40919"/>
                </a:cubicBezTo>
                <a:cubicBezTo>
                  <a:pt x="35287" y="41094"/>
                  <a:pt x="36034" y="41199"/>
                  <a:pt x="36781" y="41211"/>
                </a:cubicBezTo>
                <a:cubicBezTo>
                  <a:pt x="52072" y="41223"/>
                  <a:pt x="67375" y="41223"/>
                  <a:pt x="82667" y="41223"/>
                </a:cubicBezTo>
                <a:lnTo>
                  <a:pt x="83063" y="41223"/>
                </a:lnTo>
                <a:lnTo>
                  <a:pt x="83063" y="13967"/>
                </a:lnTo>
                <a:cubicBezTo>
                  <a:pt x="81908" y="14200"/>
                  <a:pt x="80799" y="14375"/>
                  <a:pt x="79690" y="14644"/>
                </a:cubicBezTo>
                <a:cubicBezTo>
                  <a:pt x="77846" y="15076"/>
                  <a:pt x="76013" y="15531"/>
                  <a:pt x="74192" y="16033"/>
                </a:cubicBezTo>
                <a:cubicBezTo>
                  <a:pt x="72219" y="16558"/>
                  <a:pt x="70247" y="17130"/>
                  <a:pt x="68286" y="17702"/>
                </a:cubicBezTo>
                <a:cubicBezTo>
                  <a:pt x="66430" y="18251"/>
                  <a:pt x="64585" y="18846"/>
                  <a:pt x="62730" y="19383"/>
                </a:cubicBezTo>
                <a:cubicBezTo>
                  <a:pt x="60920" y="19920"/>
                  <a:pt x="59088" y="20410"/>
                  <a:pt x="57278" y="20924"/>
                </a:cubicBezTo>
                <a:cubicBezTo>
                  <a:pt x="55796" y="21344"/>
                  <a:pt x="54278" y="21577"/>
                  <a:pt x="52749" y="21589"/>
                </a:cubicBezTo>
                <a:cubicBezTo>
                  <a:pt x="52598" y="21593"/>
                  <a:pt x="52446" y="21594"/>
                  <a:pt x="52295" y="21594"/>
                </a:cubicBezTo>
                <a:cubicBezTo>
                  <a:pt x="50941" y="21594"/>
                  <a:pt x="49588" y="21455"/>
                  <a:pt x="48255" y="21192"/>
                </a:cubicBezTo>
                <a:cubicBezTo>
                  <a:pt x="46703" y="20877"/>
                  <a:pt x="45150" y="20527"/>
                  <a:pt x="43598" y="20188"/>
                </a:cubicBezTo>
                <a:cubicBezTo>
                  <a:pt x="42839" y="20025"/>
                  <a:pt x="42080" y="19815"/>
                  <a:pt x="41310" y="19721"/>
                </a:cubicBezTo>
                <a:cubicBezTo>
                  <a:pt x="41236" y="19713"/>
                  <a:pt x="41162" y="19709"/>
                  <a:pt x="41090" y="19709"/>
                </a:cubicBezTo>
                <a:cubicBezTo>
                  <a:pt x="40278" y="19709"/>
                  <a:pt x="39629" y="20244"/>
                  <a:pt x="39758" y="21134"/>
                </a:cubicBezTo>
                <a:cubicBezTo>
                  <a:pt x="39851" y="21647"/>
                  <a:pt x="40213" y="21928"/>
                  <a:pt x="40633" y="22173"/>
                </a:cubicBezTo>
                <a:cubicBezTo>
                  <a:pt x="41088" y="22395"/>
                  <a:pt x="41520" y="22663"/>
                  <a:pt x="41929" y="22955"/>
                </a:cubicBezTo>
                <a:cubicBezTo>
                  <a:pt x="42255" y="23223"/>
                  <a:pt x="42255" y="23620"/>
                  <a:pt x="41929" y="23889"/>
                </a:cubicBezTo>
                <a:cubicBezTo>
                  <a:pt x="41532" y="24215"/>
                  <a:pt x="41088" y="24484"/>
                  <a:pt x="40610" y="24671"/>
                </a:cubicBezTo>
                <a:cubicBezTo>
                  <a:pt x="39805" y="24960"/>
                  <a:pt x="38980" y="25081"/>
                  <a:pt x="38137" y="25081"/>
                </a:cubicBezTo>
                <a:cubicBezTo>
                  <a:pt x="37720" y="25081"/>
                  <a:pt x="37299" y="25052"/>
                  <a:pt x="36874" y="24998"/>
                </a:cubicBezTo>
                <a:cubicBezTo>
                  <a:pt x="35812" y="24869"/>
                  <a:pt x="34762" y="24706"/>
                  <a:pt x="33793" y="24286"/>
                </a:cubicBezTo>
                <a:cubicBezTo>
                  <a:pt x="31295" y="23223"/>
                  <a:pt x="28820" y="22138"/>
                  <a:pt x="26392" y="20947"/>
                </a:cubicBezTo>
                <a:cubicBezTo>
                  <a:pt x="24606" y="20083"/>
                  <a:pt x="22879" y="19091"/>
                  <a:pt x="21174" y="18064"/>
                </a:cubicBezTo>
                <a:cubicBezTo>
                  <a:pt x="18070" y="16208"/>
                  <a:pt x="15210" y="13990"/>
                  <a:pt x="12630" y="11457"/>
                </a:cubicBezTo>
                <a:cubicBezTo>
                  <a:pt x="11533" y="10383"/>
                  <a:pt x="10471" y="9274"/>
                  <a:pt x="9455" y="8119"/>
                </a:cubicBezTo>
                <a:cubicBezTo>
                  <a:pt x="8229" y="6753"/>
                  <a:pt x="7062" y="5341"/>
                  <a:pt x="5918" y="3916"/>
                </a:cubicBezTo>
                <a:cubicBezTo>
                  <a:pt x="5089" y="2889"/>
                  <a:pt x="4354" y="1792"/>
                  <a:pt x="3549" y="776"/>
                </a:cubicBezTo>
                <a:cubicBezTo>
                  <a:pt x="3142" y="261"/>
                  <a:pt x="2550" y="1"/>
                  <a:pt x="195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41"/>
          <p:cNvSpPr/>
          <p:nvPr/>
        </p:nvSpPr>
        <p:spPr>
          <a:xfrm flipH="1">
            <a:off x="6499124" y="3698561"/>
            <a:ext cx="2993422" cy="1740626"/>
          </a:xfrm>
          <a:custGeom>
            <a:rect b="b" l="l" r="r" t="t"/>
            <a:pathLst>
              <a:path extrusionOk="0" h="53952" w="92297">
                <a:moveTo>
                  <a:pt x="38287" y="1"/>
                </a:moveTo>
                <a:cubicBezTo>
                  <a:pt x="37676" y="1"/>
                  <a:pt x="37064" y="10"/>
                  <a:pt x="36454" y="35"/>
                </a:cubicBezTo>
                <a:cubicBezTo>
                  <a:pt x="34843" y="117"/>
                  <a:pt x="33232" y="292"/>
                  <a:pt x="31645" y="584"/>
                </a:cubicBezTo>
                <a:cubicBezTo>
                  <a:pt x="29766" y="899"/>
                  <a:pt x="27898" y="1307"/>
                  <a:pt x="26042" y="1774"/>
                </a:cubicBezTo>
                <a:cubicBezTo>
                  <a:pt x="23976" y="2300"/>
                  <a:pt x="21980" y="3058"/>
                  <a:pt x="20019" y="3899"/>
                </a:cubicBezTo>
                <a:cubicBezTo>
                  <a:pt x="17462" y="4984"/>
                  <a:pt x="15000" y="6257"/>
                  <a:pt x="12700" y="7821"/>
                </a:cubicBezTo>
                <a:cubicBezTo>
                  <a:pt x="10972" y="8988"/>
                  <a:pt x="9280" y="10225"/>
                  <a:pt x="7692" y="11556"/>
                </a:cubicBezTo>
                <a:cubicBezTo>
                  <a:pt x="6198" y="12817"/>
                  <a:pt x="4786" y="14159"/>
                  <a:pt x="3455" y="15583"/>
                </a:cubicBezTo>
                <a:cubicBezTo>
                  <a:pt x="2276" y="16821"/>
                  <a:pt x="1237" y="18198"/>
                  <a:pt x="152" y="19517"/>
                </a:cubicBezTo>
                <a:cubicBezTo>
                  <a:pt x="47" y="19692"/>
                  <a:pt x="0" y="19891"/>
                  <a:pt x="12" y="20089"/>
                </a:cubicBezTo>
                <a:lnTo>
                  <a:pt x="12" y="43119"/>
                </a:lnTo>
                <a:lnTo>
                  <a:pt x="12" y="53952"/>
                </a:lnTo>
                <a:lnTo>
                  <a:pt x="92227" y="53952"/>
                </a:lnTo>
                <a:cubicBezTo>
                  <a:pt x="92262" y="53928"/>
                  <a:pt x="92273" y="53847"/>
                  <a:pt x="92297" y="53800"/>
                </a:cubicBezTo>
                <a:lnTo>
                  <a:pt x="87919" y="53788"/>
                </a:lnTo>
                <a:cubicBezTo>
                  <a:pt x="87966" y="53170"/>
                  <a:pt x="88036" y="52574"/>
                  <a:pt x="88048" y="51979"/>
                </a:cubicBezTo>
                <a:cubicBezTo>
                  <a:pt x="88094" y="50263"/>
                  <a:pt x="88153" y="48547"/>
                  <a:pt x="88129" y="46820"/>
                </a:cubicBezTo>
                <a:cubicBezTo>
                  <a:pt x="88094" y="45617"/>
                  <a:pt x="88001" y="44415"/>
                  <a:pt x="87849" y="43224"/>
                </a:cubicBezTo>
                <a:cubicBezTo>
                  <a:pt x="87557" y="40820"/>
                  <a:pt x="87172" y="38427"/>
                  <a:pt x="86472" y="36116"/>
                </a:cubicBezTo>
                <a:cubicBezTo>
                  <a:pt x="85900" y="34260"/>
                  <a:pt x="85316" y="32392"/>
                  <a:pt x="84628" y="30571"/>
                </a:cubicBezTo>
                <a:cubicBezTo>
                  <a:pt x="83659" y="28096"/>
                  <a:pt x="82468" y="25704"/>
                  <a:pt x="81067" y="23451"/>
                </a:cubicBezTo>
                <a:cubicBezTo>
                  <a:pt x="79632" y="21081"/>
                  <a:pt x="77997" y="18852"/>
                  <a:pt x="76176" y="16786"/>
                </a:cubicBezTo>
                <a:cubicBezTo>
                  <a:pt x="75336" y="15840"/>
                  <a:pt x="74484" y="14883"/>
                  <a:pt x="73585" y="13996"/>
                </a:cubicBezTo>
                <a:cubicBezTo>
                  <a:pt x="69710" y="10179"/>
                  <a:pt x="65239" y="7039"/>
                  <a:pt x="60348" y="4693"/>
                </a:cubicBezTo>
                <a:cubicBezTo>
                  <a:pt x="58422" y="3759"/>
                  <a:pt x="56438" y="2977"/>
                  <a:pt x="54395" y="2358"/>
                </a:cubicBezTo>
                <a:cubicBezTo>
                  <a:pt x="52609" y="1821"/>
                  <a:pt x="50812" y="1342"/>
                  <a:pt x="48991" y="922"/>
                </a:cubicBezTo>
                <a:cubicBezTo>
                  <a:pt x="47905" y="677"/>
                  <a:pt x="46796" y="502"/>
                  <a:pt x="45687" y="385"/>
                </a:cubicBezTo>
                <a:cubicBezTo>
                  <a:pt x="44637" y="245"/>
                  <a:pt x="43586" y="128"/>
                  <a:pt x="42524" y="93"/>
                </a:cubicBezTo>
                <a:cubicBezTo>
                  <a:pt x="41115" y="53"/>
                  <a:pt x="39700" y="1"/>
                  <a:pt x="3828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675" y="1853400"/>
            <a:ext cx="8770739" cy="3246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2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Looking at the SDL Decomposition</a:t>
            </a:r>
            <a:endParaRPr/>
          </a:p>
        </p:txBody>
      </p:sp>
      <p:pic>
        <p:nvPicPr>
          <p:cNvPr id="298" name="Google Shape;29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6375" y="1152477"/>
            <a:ext cx="6531251" cy="3909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3"/>
          <p:cNvSpPr/>
          <p:nvPr/>
        </p:nvSpPr>
        <p:spPr>
          <a:xfrm rot="5400000">
            <a:off x="-4333698" y="509691"/>
            <a:ext cx="9745579" cy="5418540"/>
          </a:xfrm>
          <a:custGeom>
            <a:rect b="b" l="l" r="r" t="t"/>
            <a:pathLst>
              <a:path extrusionOk="0" h="5171330" w="6869188">
                <a:moveTo>
                  <a:pt x="609600" y="37856"/>
                </a:moveTo>
                <a:lnTo>
                  <a:pt x="609600" y="37856"/>
                </a:lnTo>
                <a:cubicBezTo>
                  <a:pt x="974044" y="8701"/>
                  <a:pt x="1172153" y="-21815"/>
                  <a:pt x="1556084" y="21814"/>
                </a:cubicBezTo>
                <a:cubicBezTo>
                  <a:pt x="1613309" y="28317"/>
                  <a:pt x="1662579" y="65761"/>
                  <a:pt x="1716505" y="85983"/>
                </a:cubicBezTo>
                <a:cubicBezTo>
                  <a:pt x="1790938" y="113895"/>
                  <a:pt x="1868266" y="134330"/>
                  <a:pt x="1941095" y="166193"/>
                </a:cubicBezTo>
                <a:cubicBezTo>
                  <a:pt x="2129828" y="248763"/>
                  <a:pt x="2221881" y="298003"/>
                  <a:pt x="2374232" y="406825"/>
                </a:cubicBezTo>
                <a:cubicBezTo>
                  <a:pt x="2536877" y="523000"/>
                  <a:pt x="2581558" y="553069"/>
                  <a:pt x="2711116" y="695583"/>
                </a:cubicBezTo>
                <a:cubicBezTo>
                  <a:pt x="2772371" y="762964"/>
                  <a:pt x="2826046" y="837003"/>
                  <a:pt x="2887579" y="904130"/>
                </a:cubicBezTo>
                <a:cubicBezTo>
                  <a:pt x="2946400" y="968298"/>
                  <a:pt x="3006923" y="1030947"/>
                  <a:pt x="3064042" y="1096635"/>
                </a:cubicBezTo>
                <a:cubicBezTo>
                  <a:pt x="3113912" y="1153986"/>
                  <a:pt x="3153321" y="1220754"/>
                  <a:pt x="3208421" y="1273099"/>
                </a:cubicBezTo>
                <a:cubicBezTo>
                  <a:pt x="3299180" y="1359320"/>
                  <a:pt x="3483195" y="1463081"/>
                  <a:pt x="3593432" y="1513730"/>
                </a:cubicBezTo>
                <a:cubicBezTo>
                  <a:pt x="3731919" y="1577359"/>
                  <a:pt x="4043926" y="1708823"/>
                  <a:pt x="4219074" y="1754362"/>
                </a:cubicBezTo>
                <a:cubicBezTo>
                  <a:pt x="4385628" y="1797666"/>
                  <a:pt x="4737769" y="1850614"/>
                  <a:pt x="5021179" y="1946867"/>
                </a:cubicBezTo>
                <a:cubicBezTo>
                  <a:pt x="5304589" y="2043120"/>
                  <a:pt x="5830178" y="2295709"/>
                  <a:pt x="5919537" y="2331878"/>
                </a:cubicBezTo>
                <a:cubicBezTo>
                  <a:pt x="6305961" y="2488288"/>
                  <a:pt x="6125410" y="2473583"/>
                  <a:pt x="6272463" y="2604593"/>
                </a:cubicBezTo>
                <a:cubicBezTo>
                  <a:pt x="6419516" y="2735603"/>
                  <a:pt x="6720800" y="2955835"/>
                  <a:pt x="6801853" y="3117941"/>
                </a:cubicBezTo>
                <a:lnTo>
                  <a:pt x="6849979" y="3214193"/>
                </a:lnTo>
                <a:cubicBezTo>
                  <a:pt x="6869549" y="3546892"/>
                  <a:pt x="6892082" y="3717331"/>
                  <a:pt x="6817895" y="4096509"/>
                </a:cubicBezTo>
                <a:cubicBezTo>
                  <a:pt x="6809557" y="4139125"/>
                  <a:pt x="6618921" y="4338774"/>
                  <a:pt x="6593305" y="4353183"/>
                </a:cubicBezTo>
                <a:cubicBezTo>
                  <a:pt x="6392206" y="4466301"/>
                  <a:pt x="5845367" y="4636837"/>
                  <a:pt x="5662863" y="4690067"/>
                </a:cubicBezTo>
                <a:cubicBezTo>
                  <a:pt x="5402969" y="4765869"/>
                  <a:pt x="4808813" y="4918946"/>
                  <a:pt x="4523874" y="4962783"/>
                </a:cubicBezTo>
                <a:cubicBezTo>
                  <a:pt x="4145623" y="5020976"/>
                  <a:pt x="3765806" y="5070299"/>
                  <a:pt x="3384884" y="5107162"/>
                </a:cubicBezTo>
                <a:cubicBezTo>
                  <a:pt x="3219116" y="5123204"/>
                  <a:pt x="3053858" y="5145920"/>
                  <a:pt x="2887579" y="5155288"/>
                </a:cubicBezTo>
                <a:cubicBezTo>
                  <a:pt x="2673956" y="5167323"/>
                  <a:pt x="2459790" y="5165983"/>
                  <a:pt x="2245895" y="5171330"/>
                </a:cubicBezTo>
                <a:cubicBezTo>
                  <a:pt x="1876926" y="5139246"/>
                  <a:pt x="1506691" y="5119378"/>
                  <a:pt x="1138989" y="5075077"/>
                </a:cubicBezTo>
                <a:cubicBezTo>
                  <a:pt x="974851" y="5055301"/>
                  <a:pt x="649255" y="4901189"/>
                  <a:pt x="545432" y="4834446"/>
                </a:cubicBezTo>
                <a:cubicBezTo>
                  <a:pt x="425213" y="4757162"/>
                  <a:pt x="311103" y="4706281"/>
                  <a:pt x="224589" y="4593814"/>
                </a:cubicBezTo>
                <a:cubicBezTo>
                  <a:pt x="198303" y="4559643"/>
                  <a:pt x="180592" y="4519622"/>
                  <a:pt x="160421" y="4481520"/>
                </a:cubicBezTo>
                <a:cubicBezTo>
                  <a:pt x="132448" y="4428682"/>
                  <a:pt x="102415" y="4376608"/>
                  <a:pt x="80211" y="4321099"/>
                </a:cubicBezTo>
                <a:cubicBezTo>
                  <a:pt x="29300" y="4193821"/>
                  <a:pt x="22725" y="4104520"/>
                  <a:pt x="0" y="3968172"/>
                </a:cubicBezTo>
                <a:cubicBezTo>
                  <a:pt x="10695" y="3294404"/>
                  <a:pt x="13242" y="2620457"/>
                  <a:pt x="32084" y="1946867"/>
                </a:cubicBezTo>
                <a:cubicBezTo>
                  <a:pt x="34643" y="1855371"/>
                  <a:pt x="48077" y="1764258"/>
                  <a:pt x="64168" y="1674151"/>
                </a:cubicBezTo>
                <a:cubicBezTo>
                  <a:pt x="101592" y="1464576"/>
                  <a:pt x="128397" y="1251517"/>
                  <a:pt x="192505" y="1048509"/>
                </a:cubicBezTo>
                <a:cubicBezTo>
                  <a:pt x="224589" y="946909"/>
                  <a:pt x="251105" y="843379"/>
                  <a:pt x="288758" y="743709"/>
                </a:cubicBezTo>
                <a:cubicBezTo>
                  <a:pt x="342108" y="602488"/>
                  <a:pt x="397709" y="461639"/>
                  <a:pt x="465221" y="326614"/>
                </a:cubicBezTo>
                <a:cubicBezTo>
                  <a:pt x="486610" y="283835"/>
                  <a:pt x="502165" y="237601"/>
                  <a:pt x="529389" y="198277"/>
                </a:cubicBezTo>
                <a:cubicBezTo>
                  <a:pt x="550912" y="167189"/>
                  <a:pt x="584479" y="146328"/>
                  <a:pt x="609600" y="118067"/>
                </a:cubicBezTo>
                <a:cubicBezTo>
                  <a:pt x="674244" y="45343"/>
                  <a:pt x="626949" y="53899"/>
                  <a:pt x="689811" y="53899"/>
                </a:cubicBezTo>
                <a:lnTo>
                  <a:pt x="609600" y="37856"/>
                </a:lnTo>
                <a:close/>
              </a:path>
            </a:pathLst>
          </a:custGeom>
          <a:solidFill>
            <a:srgbClr val="E2C1AC"/>
          </a:solidFill>
          <a:ln cap="flat" cmpd="sng" w="25400">
            <a:solidFill>
              <a:srgbClr val="E2C1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43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en-GB" sz="3000"/>
              <a:t>Data </a:t>
            </a:r>
            <a:endParaRPr sz="3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en-GB" sz="3000"/>
              <a:t>Engineering</a:t>
            </a:r>
            <a:endParaRPr/>
          </a:p>
        </p:txBody>
      </p:sp>
      <p:sp>
        <p:nvSpPr>
          <p:cNvPr id="305" name="Google Shape;305;p43"/>
          <p:cNvSpPr txBox="1"/>
          <p:nvPr>
            <p:ph idx="1" type="body"/>
          </p:nvPr>
        </p:nvSpPr>
        <p:spPr>
          <a:xfrm>
            <a:off x="3355000" y="445029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22860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GB" sz="15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Cleaned raw CSVs and reordered months</a:t>
            </a:r>
            <a:endParaRPr/>
          </a:p>
          <a:p>
            <a:pPr indent="-22860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GB" sz="15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Standardized timestamps and column names </a:t>
            </a:r>
            <a:endParaRPr/>
          </a:p>
          <a:p>
            <a:pPr indent="-22860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GB" sz="15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Converted values to inflation adjusted value</a:t>
            </a:r>
            <a:endParaRPr/>
          </a:p>
        </p:txBody>
      </p:sp>
      <p:sp>
        <p:nvSpPr>
          <p:cNvPr id="306" name="Google Shape;306;p43"/>
          <p:cNvSpPr/>
          <p:nvPr/>
        </p:nvSpPr>
        <p:spPr>
          <a:xfrm flipH="1" rot="10280856">
            <a:off x="7641236" y="-97776"/>
            <a:ext cx="1736488" cy="1658300"/>
          </a:xfrm>
          <a:custGeom>
            <a:rect b="b" l="l" r="r" t="t"/>
            <a:pathLst>
              <a:path extrusionOk="0" h="41223" w="83064">
                <a:moveTo>
                  <a:pt x="1958" y="1"/>
                </a:moveTo>
                <a:cubicBezTo>
                  <a:pt x="1411" y="1"/>
                  <a:pt x="865" y="223"/>
                  <a:pt x="467" y="671"/>
                </a:cubicBezTo>
                <a:cubicBezTo>
                  <a:pt x="23" y="1185"/>
                  <a:pt x="0" y="1780"/>
                  <a:pt x="58" y="2387"/>
                </a:cubicBezTo>
                <a:cubicBezTo>
                  <a:pt x="175" y="3391"/>
                  <a:pt x="665" y="4255"/>
                  <a:pt x="1191" y="5095"/>
                </a:cubicBezTo>
                <a:cubicBezTo>
                  <a:pt x="2533" y="7197"/>
                  <a:pt x="4121" y="9146"/>
                  <a:pt x="5906" y="10897"/>
                </a:cubicBezTo>
                <a:cubicBezTo>
                  <a:pt x="6840" y="11819"/>
                  <a:pt x="7832" y="12683"/>
                  <a:pt x="8825" y="13547"/>
                </a:cubicBezTo>
                <a:cubicBezTo>
                  <a:pt x="10821" y="15227"/>
                  <a:pt x="12933" y="16780"/>
                  <a:pt x="15140" y="18181"/>
                </a:cubicBezTo>
                <a:cubicBezTo>
                  <a:pt x="17719" y="19838"/>
                  <a:pt x="20451" y="21216"/>
                  <a:pt x="23171" y="22605"/>
                </a:cubicBezTo>
                <a:cubicBezTo>
                  <a:pt x="24968" y="23538"/>
                  <a:pt x="26766" y="24461"/>
                  <a:pt x="28540" y="25429"/>
                </a:cubicBezTo>
                <a:cubicBezTo>
                  <a:pt x="29112" y="25745"/>
                  <a:pt x="29602" y="26176"/>
                  <a:pt x="30081" y="26620"/>
                </a:cubicBezTo>
                <a:cubicBezTo>
                  <a:pt x="30221" y="26783"/>
                  <a:pt x="30268" y="27017"/>
                  <a:pt x="30209" y="27227"/>
                </a:cubicBezTo>
                <a:cubicBezTo>
                  <a:pt x="30127" y="27402"/>
                  <a:pt x="29859" y="27542"/>
                  <a:pt x="29649" y="27589"/>
                </a:cubicBezTo>
                <a:cubicBezTo>
                  <a:pt x="29582" y="27596"/>
                  <a:pt x="29514" y="27600"/>
                  <a:pt x="29445" y="27600"/>
                </a:cubicBezTo>
                <a:cubicBezTo>
                  <a:pt x="29287" y="27600"/>
                  <a:pt x="29127" y="27579"/>
                  <a:pt x="28972" y="27531"/>
                </a:cubicBezTo>
                <a:cubicBezTo>
                  <a:pt x="28575" y="27437"/>
                  <a:pt x="28190" y="27297"/>
                  <a:pt x="27793" y="27204"/>
                </a:cubicBezTo>
                <a:cubicBezTo>
                  <a:pt x="27428" y="27131"/>
                  <a:pt x="27068" y="27029"/>
                  <a:pt x="26695" y="27029"/>
                </a:cubicBezTo>
                <a:cubicBezTo>
                  <a:pt x="26531" y="27029"/>
                  <a:pt x="26364" y="27049"/>
                  <a:pt x="26194" y="27099"/>
                </a:cubicBezTo>
                <a:cubicBezTo>
                  <a:pt x="25598" y="27285"/>
                  <a:pt x="25237" y="27752"/>
                  <a:pt x="25435" y="28336"/>
                </a:cubicBezTo>
                <a:cubicBezTo>
                  <a:pt x="25587" y="28756"/>
                  <a:pt x="25820" y="29141"/>
                  <a:pt x="26124" y="29468"/>
                </a:cubicBezTo>
                <a:cubicBezTo>
                  <a:pt x="27279" y="30659"/>
                  <a:pt x="28703" y="31453"/>
                  <a:pt x="30268" y="31955"/>
                </a:cubicBezTo>
                <a:cubicBezTo>
                  <a:pt x="32240" y="32597"/>
                  <a:pt x="34260" y="33122"/>
                  <a:pt x="36256" y="33717"/>
                </a:cubicBezTo>
                <a:cubicBezTo>
                  <a:pt x="37108" y="33974"/>
                  <a:pt x="37948" y="34277"/>
                  <a:pt x="38684" y="34814"/>
                </a:cubicBezTo>
                <a:cubicBezTo>
                  <a:pt x="39174" y="35188"/>
                  <a:pt x="39197" y="35772"/>
                  <a:pt x="38684" y="36110"/>
                </a:cubicBezTo>
                <a:cubicBezTo>
                  <a:pt x="38322" y="36344"/>
                  <a:pt x="37925" y="36519"/>
                  <a:pt x="37505" y="36624"/>
                </a:cubicBezTo>
                <a:cubicBezTo>
                  <a:pt x="36862" y="36788"/>
                  <a:pt x="36214" y="36848"/>
                  <a:pt x="35560" y="36848"/>
                </a:cubicBezTo>
                <a:cubicBezTo>
                  <a:pt x="35241" y="36848"/>
                  <a:pt x="34920" y="36833"/>
                  <a:pt x="34598" y="36810"/>
                </a:cubicBezTo>
                <a:cubicBezTo>
                  <a:pt x="33081" y="36717"/>
                  <a:pt x="31587" y="36425"/>
                  <a:pt x="30139" y="35947"/>
                </a:cubicBezTo>
                <a:cubicBezTo>
                  <a:pt x="27921" y="35188"/>
                  <a:pt x="25703" y="34406"/>
                  <a:pt x="23521" y="33542"/>
                </a:cubicBezTo>
                <a:cubicBezTo>
                  <a:pt x="21922" y="32912"/>
                  <a:pt x="20381" y="32141"/>
                  <a:pt x="18828" y="31406"/>
                </a:cubicBezTo>
                <a:cubicBezTo>
                  <a:pt x="18268" y="31149"/>
                  <a:pt x="17766" y="30787"/>
                  <a:pt x="17194" y="30589"/>
                </a:cubicBezTo>
                <a:cubicBezTo>
                  <a:pt x="16991" y="30519"/>
                  <a:pt x="16792" y="30485"/>
                  <a:pt x="16606" y="30485"/>
                </a:cubicBezTo>
                <a:cubicBezTo>
                  <a:pt x="15895" y="30485"/>
                  <a:pt x="15362" y="30982"/>
                  <a:pt x="15408" y="31861"/>
                </a:cubicBezTo>
                <a:cubicBezTo>
                  <a:pt x="15420" y="32176"/>
                  <a:pt x="15502" y="32503"/>
                  <a:pt x="15642" y="32795"/>
                </a:cubicBezTo>
                <a:cubicBezTo>
                  <a:pt x="16062" y="33740"/>
                  <a:pt x="16809" y="34429"/>
                  <a:pt x="17673" y="34943"/>
                </a:cubicBezTo>
                <a:cubicBezTo>
                  <a:pt x="18758" y="35608"/>
                  <a:pt x="19890" y="36215"/>
                  <a:pt x="21034" y="36775"/>
                </a:cubicBezTo>
                <a:cubicBezTo>
                  <a:pt x="23439" y="37931"/>
                  <a:pt x="25937" y="38853"/>
                  <a:pt x="28517" y="39530"/>
                </a:cubicBezTo>
                <a:cubicBezTo>
                  <a:pt x="30513" y="40067"/>
                  <a:pt x="32544" y="40487"/>
                  <a:pt x="34563" y="40919"/>
                </a:cubicBezTo>
                <a:cubicBezTo>
                  <a:pt x="35287" y="41094"/>
                  <a:pt x="36034" y="41199"/>
                  <a:pt x="36781" y="41211"/>
                </a:cubicBezTo>
                <a:cubicBezTo>
                  <a:pt x="52072" y="41223"/>
                  <a:pt x="67375" y="41223"/>
                  <a:pt x="82667" y="41223"/>
                </a:cubicBezTo>
                <a:lnTo>
                  <a:pt x="83063" y="41223"/>
                </a:lnTo>
                <a:lnTo>
                  <a:pt x="83063" y="13967"/>
                </a:lnTo>
                <a:cubicBezTo>
                  <a:pt x="81908" y="14200"/>
                  <a:pt x="80799" y="14375"/>
                  <a:pt x="79690" y="14644"/>
                </a:cubicBezTo>
                <a:cubicBezTo>
                  <a:pt x="77846" y="15076"/>
                  <a:pt x="76013" y="15531"/>
                  <a:pt x="74192" y="16033"/>
                </a:cubicBezTo>
                <a:cubicBezTo>
                  <a:pt x="72219" y="16558"/>
                  <a:pt x="70247" y="17130"/>
                  <a:pt x="68286" y="17702"/>
                </a:cubicBezTo>
                <a:cubicBezTo>
                  <a:pt x="66430" y="18251"/>
                  <a:pt x="64585" y="18846"/>
                  <a:pt x="62730" y="19383"/>
                </a:cubicBezTo>
                <a:cubicBezTo>
                  <a:pt x="60920" y="19920"/>
                  <a:pt x="59088" y="20410"/>
                  <a:pt x="57278" y="20924"/>
                </a:cubicBezTo>
                <a:cubicBezTo>
                  <a:pt x="55796" y="21344"/>
                  <a:pt x="54278" y="21577"/>
                  <a:pt x="52749" y="21589"/>
                </a:cubicBezTo>
                <a:cubicBezTo>
                  <a:pt x="52598" y="21593"/>
                  <a:pt x="52446" y="21594"/>
                  <a:pt x="52295" y="21594"/>
                </a:cubicBezTo>
                <a:cubicBezTo>
                  <a:pt x="50941" y="21594"/>
                  <a:pt x="49588" y="21455"/>
                  <a:pt x="48255" y="21192"/>
                </a:cubicBezTo>
                <a:cubicBezTo>
                  <a:pt x="46703" y="20877"/>
                  <a:pt x="45150" y="20527"/>
                  <a:pt x="43598" y="20188"/>
                </a:cubicBezTo>
                <a:cubicBezTo>
                  <a:pt x="42839" y="20025"/>
                  <a:pt x="42080" y="19815"/>
                  <a:pt x="41310" y="19721"/>
                </a:cubicBezTo>
                <a:cubicBezTo>
                  <a:pt x="41236" y="19713"/>
                  <a:pt x="41162" y="19709"/>
                  <a:pt x="41090" y="19709"/>
                </a:cubicBezTo>
                <a:cubicBezTo>
                  <a:pt x="40278" y="19709"/>
                  <a:pt x="39629" y="20244"/>
                  <a:pt x="39758" y="21134"/>
                </a:cubicBezTo>
                <a:cubicBezTo>
                  <a:pt x="39851" y="21647"/>
                  <a:pt x="40213" y="21928"/>
                  <a:pt x="40633" y="22173"/>
                </a:cubicBezTo>
                <a:cubicBezTo>
                  <a:pt x="41088" y="22395"/>
                  <a:pt x="41520" y="22663"/>
                  <a:pt x="41929" y="22955"/>
                </a:cubicBezTo>
                <a:cubicBezTo>
                  <a:pt x="42255" y="23223"/>
                  <a:pt x="42255" y="23620"/>
                  <a:pt x="41929" y="23889"/>
                </a:cubicBezTo>
                <a:cubicBezTo>
                  <a:pt x="41532" y="24215"/>
                  <a:pt x="41088" y="24484"/>
                  <a:pt x="40610" y="24671"/>
                </a:cubicBezTo>
                <a:cubicBezTo>
                  <a:pt x="39805" y="24960"/>
                  <a:pt x="38980" y="25081"/>
                  <a:pt x="38137" y="25081"/>
                </a:cubicBezTo>
                <a:cubicBezTo>
                  <a:pt x="37720" y="25081"/>
                  <a:pt x="37299" y="25052"/>
                  <a:pt x="36874" y="24998"/>
                </a:cubicBezTo>
                <a:cubicBezTo>
                  <a:pt x="35812" y="24869"/>
                  <a:pt x="34762" y="24706"/>
                  <a:pt x="33793" y="24286"/>
                </a:cubicBezTo>
                <a:cubicBezTo>
                  <a:pt x="31295" y="23223"/>
                  <a:pt x="28820" y="22138"/>
                  <a:pt x="26392" y="20947"/>
                </a:cubicBezTo>
                <a:cubicBezTo>
                  <a:pt x="24606" y="20083"/>
                  <a:pt x="22879" y="19091"/>
                  <a:pt x="21174" y="18064"/>
                </a:cubicBezTo>
                <a:cubicBezTo>
                  <a:pt x="18070" y="16208"/>
                  <a:pt x="15210" y="13990"/>
                  <a:pt x="12630" y="11457"/>
                </a:cubicBezTo>
                <a:cubicBezTo>
                  <a:pt x="11533" y="10383"/>
                  <a:pt x="10471" y="9274"/>
                  <a:pt x="9455" y="8119"/>
                </a:cubicBezTo>
                <a:cubicBezTo>
                  <a:pt x="8229" y="6753"/>
                  <a:pt x="7062" y="5341"/>
                  <a:pt x="5918" y="3916"/>
                </a:cubicBezTo>
                <a:cubicBezTo>
                  <a:pt x="5089" y="2889"/>
                  <a:pt x="4354" y="1792"/>
                  <a:pt x="3549" y="776"/>
                </a:cubicBezTo>
                <a:cubicBezTo>
                  <a:pt x="3142" y="261"/>
                  <a:pt x="2550" y="1"/>
                  <a:pt x="195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43"/>
          <p:cNvSpPr/>
          <p:nvPr/>
        </p:nvSpPr>
        <p:spPr>
          <a:xfrm flipH="1">
            <a:off x="6499231" y="3698561"/>
            <a:ext cx="2993315" cy="1740627"/>
          </a:xfrm>
          <a:custGeom>
            <a:rect b="b" l="l" r="r" t="t"/>
            <a:pathLst>
              <a:path extrusionOk="0" h="53952" w="92297">
                <a:moveTo>
                  <a:pt x="38287" y="1"/>
                </a:moveTo>
                <a:cubicBezTo>
                  <a:pt x="37676" y="1"/>
                  <a:pt x="37064" y="10"/>
                  <a:pt x="36454" y="35"/>
                </a:cubicBezTo>
                <a:cubicBezTo>
                  <a:pt x="34843" y="117"/>
                  <a:pt x="33232" y="292"/>
                  <a:pt x="31645" y="584"/>
                </a:cubicBezTo>
                <a:cubicBezTo>
                  <a:pt x="29766" y="899"/>
                  <a:pt x="27898" y="1307"/>
                  <a:pt x="26042" y="1774"/>
                </a:cubicBezTo>
                <a:cubicBezTo>
                  <a:pt x="23976" y="2300"/>
                  <a:pt x="21980" y="3058"/>
                  <a:pt x="20019" y="3899"/>
                </a:cubicBezTo>
                <a:cubicBezTo>
                  <a:pt x="17462" y="4984"/>
                  <a:pt x="15000" y="6257"/>
                  <a:pt x="12700" y="7821"/>
                </a:cubicBezTo>
                <a:cubicBezTo>
                  <a:pt x="10972" y="8988"/>
                  <a:pt x="9280" y="10225"/>
                  <a:pt x="7692" y="11556"/>
                </a:cubicBezTo>
                <a:cubicBezTo>
                  <a:pt x="6198" y="12817"/>
                  <a:pt x="4786" y="14159"/>
                  <a:pt x="3455" y="15583"/>
                </a:cubicBezTo>
                <a:cubicBezTo>
                  <a:pt x="2276" y="16821"/>
                  <a:pt x="1237" y="18198"/>
                  <a:pt x="152" y="19517"/>
                </a:cubicBezTo>
                <a:cubicBezTo>
                  <a:pt x="47" y="19692"/>
                  <a:pt x="0" y="19891"/>
                  <a:pt x="12" y="20089"/>
                </a:cubicBezTo>
                <a:lnTo>
                  <a:pt x="12" y="43119"/>
                </a:lnTo>
                <a:lnTo>
                  <a:pt x="12" y="53952"/>
                </a:lnTo>
                <a:lnTo>
                  <a:pt x="92227" y="53952"/>
                </a:lnTo>
                <a:cubicBezTo>
                  <a:pt x="92262" y="53928"/>
                  <a:pt x="92273" y="53847"/>
                  <a:pt x="92297" y="53800"/>
                </a:cubicBezTo>
                <a:lnTo>
                  <a:pt x="87919" y="53788"/>
                </a:lnTo>
                <a:cubicBezTo>
                  <a:pt x="87966" y="53170"/>
                  <a:pt x="88036" y="52574"/>
                  <a:pt x="88048" y="51979"/>
                </a:cubicBezTo>
                <a:cubicBezTo>
                  <a:pt x="88094" y="50263"/>
                  <a:pt x="88153" y="48547"/>
                  <a:pt x="88129" y="46820"/>
                </a:cubicBezTo>
                <a:cubicBezTo>
                  <a:pt x="88094" y="45617"/>
                  <a:pt x="88001" y="44415"/>
                  <a:pt x="87849" y="43224"/>
                </a:cubicBezTo>
                <a:cubicBezTo>
                  <a:pt x="87557" y="40820"/>
                  <a:pt x="87172" y="38427"/>
                  <a:pt x="86472" y="36116"/>
                </a:cubicBezTo>
                <a:cubicBezTo>
                  <a:pt x="85900" y="34260"/>
                  <a:pt x="85316" y="32392"/>
                  <a:pt x="84628" y="30571"/>
                </a:cubicBezTo>
                <a:cubicBezTo>
                  <a:pt x="83659" y="28096"/>
                  <a:pt x="82468" y="25704"/>
                  <a:pt x="81067" y="23451"/>
                </a:cubicBezTo>
                <a:cubicBezTo>
                  <a:pt x="79632" y="21081"/>
                  <a:pt x="77997" y="18852"/>
                  <a:pt x="76176" y="16786"/>
                </a:cubicBezTo>
                <a:cubicBezTo>
                  <a:pt x="75336" y="15840"/>
                  <a:pt x="74484" y="14883"/>
                  <a:pt x="73585" y="13996"/>
                </a:cubicBezTo>
                <a:cubicBezTo>
                  <a:pt x="69710" y="10179"/>
                  <a:pt x="65239" y="7039"/>
                  <a:pt x="60348" y="4693"/>
                </a:cubicBezTo>
                <a:cubicBezTo>
                  <a:pt x="58422" y="3759"/>
                  <a:pt x="56438" y="2977"/>
                  <a:pt x="54395" y="2358"/>
                </a:cubicBezTo>
                <a:cubicBezTo>
                  <a:pt x="52609" y="1821"/>
                  <a:pt x="50812" y="1342"/>
                  <a:pt x="48991" y="922"/>
                </a:cubicBezTo>
                <a:cubicBezTo>
                  <a:pt x="47905" y="677"/>
                  <a:pt x="46796" y="502"/>
                  <a:pt x="45687" y="385"/>
                </a:cubicBezTo>
                <a:cubicBezTo>
                  <a:pt x="44637" y="245"/>
                  <a:pt x="43586" y="128"/>
                  <a:pt x="42524" y="93"/>
                </a:cubicBezTo>
                <a:cubicBezTo>
                  <a:pt x="41115" y="53"/>
                  <a:pt x="39700" y="1"/>
                  <a:pt x="3828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in Bild, das Text, Screenshot, Schrift, Reihe enthält.&#10;&#10;KI-generierte Inhalte können fehlerhaft sein." id="308" name="Google Shape;30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9825" y="2121950"/>
            <a:ext cx="6499675" cy="302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en-GB" sz="3300"/>
              <a:t>Solution</a:t>
            </a:r>
            <a:endParaRPr sz="3300">
              <a:solidFill>
                <a:schemeClr val="lt2"/>
              </a:solidFill>
            </a:endParaRPr>
          </a:p>
        </p:txBody>
      </p:sp>
      <p:sp>
        <p:nvSpPr>
          <p:cNvPr id="314" name="Google Shape;314;p44"/>
          <p:cNvSpPr txBox="1"/>
          <p:nvPr>
            <p:ph idx="3" type="subTitle"/>
          </p:nvPr>
        </p:nvSpPr>
        <p:spPr>
          <a:xfrm>
            <a:off x="1055867" y="1479885"/>
            <a:ext cx="5717911" cy="251939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GB" sz="15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Clean &amp; Inflation-adjusted data</a:t>
            </a:r>
            <a:endParaRPr sz="1100"/>
          </a:p>
          <a:p>
            <a:pPr indent="-22860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GB" sz="15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Analyze seasonality, trend and stationarity</a:t>
            </a:r>
            <a:endParaRPr sz="1100"/>
          </a:p>
          <a:p>
            <a:pPr indent="-22860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GB" sz="15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Compare baseline, statistical, ML and neural models</a:t>
            </a:r>
            <a:endParaRPr sz="1100"/>
          </a:p>
          <a:p>
            <a:pPr indent="-22860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GB" sz="15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Produce short-term forecasts up to Jan 2026</a:t>
            </a:r>
            <a:endParaRPr sz="1100"/>
          </a:p>
        </p:txBody>
      </p:sp>
      <p:grpSp>
        <p:nvGrpSpPr>
          <p:cNvPr id="315" name="Google Shape;315;p44"/>
          <p:cNvGrpSpPr/>
          <p:nvPr/>
        </p:nvGrpSpPr>
        <p:grpSpPr>
          <a:xfrm>
            <a:off x="8318021" y="237458"/>
            <a:ext cx="586760" cy="880073"/>
            <a:chOff x="2294850" y="2792125"/>
            <a:chExt cx="328625" cy="492900"/>
          </a:xfrm>
        </p:grpSpPr>
        <p:sp>
          <p:nvSpPr>
            <p:cNvPr id="316" name="Google Shape;316;p44"/>
            <p:cNvSpPr/>
            <p:nvPr/>
          </p:nvSpPr>
          <p:spPr>
            <a:xfrm>
              <a:off x="2294850" y="2835900"/>
              <a:ext cx="133375" cy="344075"/>
            </a:xfrm>
            <a:custGeom>
              <a:rect b="b" l="l" r="r" t="t"/>
              <a:pathLst>
                <a:path extrusionOk="0" h="13763" w="5335">
                  <a:moveTo>
                    <a:pt x="2370" y="0"/>
                  </a:moveTo>
                  <a:lnTo>
                    <a:pt x="2370" y="0"/>
                  </a:lnTo>
                  <a:cubicBezTo>
                    <a:pt x="2440" y="269"/>
                    <a:pt x="2498" y="409"/>
                    <a:pt x="2522" y="561"/>
                  </a:cubicBezTo>
                  <a:cubicBezTo>
                    <a:pt x="2627" y="1179"/>
                    <a:pt x="2837" y="1810"/>
                    <a:pt x="2825" y="2428"/>
                  </a:cubicBezTo>
                  <a:cubicBezTo>
                    <a:pt x="2802" y="3397"/>
                    <a:pt x="2312" y="4214"/>
                    <a:pt x="1751" y="4996"/>
                  </a:cubicBezTo>
                  <a:cubicBezTo>
                    <a:pt x="327" y="6969"/>
                    <a:pt x="1" y="9105"/>
                    <a:pt x="993" y="11370"/>
                  </a:cubicBezTo>
                  <a:cubicBezTo>
                    <a:pt x="1483" y="12525"/>
                    <a:pt x="2463" y="13401"/>
                    <a:pt x="3666" y="13762"/>
                  </a:cubicBezTo>
                  <a:cubicBezTo>
                    <a:pt x="3351" y="13342"/>
                    <a:pt x="3094" y="13027"/>
                    <a:pt x="2860" y="12700"/>
                  </a:cubicBezTo>
                  <a:cubicBezTo>
                    <a:pt x="2090" y="11568"/>
                    <a:pt x="1868" y="10342"/>
                    <a:pt x="2510" y="9105"/>
                  </a:cubicBezTo>
                  <a:cubicBezTo>
                    <a:pt x="2907" y="8335"/>
                    <a:pt x="3432" y="7646"/>
                    <a:pt x="3923" y="6934"/>
                  </a:cubicBezTo>
                  <a:cubicBezTo>
                    <a:pt x="4821" y="5638"/>
                    <a:pt x="5335" y="4261"/>
                    <a:pt x="4868" y="2685"/>
                  </a:cubicBezTo>
                  <a:cubicBezTo>
                    <a:pt x="4495" y="1424"/>
                    <a:pt x="3607" y="631"/>
                    <a:pt x="23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44"/>
            <p:cNvSpPr/>
            <p:nvPr/>
          </p:nvSpPr>
          <p:spPr>
            <a:xfrm>
              <a:off x="2532675" y="3049800"/>
              <a:ext cx="90800" cy="173075"/>
            </a:xfrm>
            <a:custGeom>
              <a:rect b="b" l="l" r="r" t="t"/>
              <a:pathLst>
                <a:path extrusionOk="0" h="6923" w="3632">
                  <a:moveTo>
                    <a:pt x="3269" y="0"/>
                  </a:moveTo>
                  <a:cubicBezTo>
                    <a:pt x="2686" y="794"/>
                    <a:pt x="2172" y="1494"/>
                    <a:pt x="1658" y="2218"/>
                  </a:cubicBezTo>
                  <a:cubicBezTo>
                    <a:pt x="1308" y="2673"/>
                    <a:pt x="993" y="3164"/>
                    <a:pt x="713" y="3677"/>
                  </a:cubicBezTo>
                  <a:cubicBezTo>
                    <a:pt x="1" y="5066"/>
                    <a:pt x="795" y="6339"/>
                    <a:pt x="2160" y="6922"/>
                  </a:cubicBezTo>
                  <a:cubicBezTo>
                    <a:pt x="2172" y="6899"/>
                    <a:pt x="2184" y="6864"/>
                    <a:pt x="2160" y="6841"/>
                  </a:cubicBezTo>
                  <a:cubicBezTo>
                    <a:pt x="2125" y="6736"/>
                    <a:pt x="2067" y="6631"/>
                    <a:pt x="2020" y="6525"/>
                  </a:cubicBezTo>
                  <a:cubicBezTo>
                    <a:pt x="1588" y="5638"/>
                    <a:pt x="1542" y="4775"/>
                    <a:pt x="2125" y="3934"/>
                  </a:cubicBezTo>
                  <a:cubicBezTo>
                    <a:pt x="2534" y="3350"/>
                    <a:pt x="2966" y="2779"/>
                    <a:pt x="3293" y="2160"/>
                  </a:cubicBezTo>
                  <a:cubicBezTo>
                    <a:pt x="3631" y="1494"/>
                    <a:pt x="3584" y="782"/>
                    <a:pt x="32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44"/>
            <p:cNvSpPr/>
            <p:nvPr/>
          </p:nvSpPr>
          <p:spPr>
            <a:xfrm>
              <a:off x="2389700" y="2792125"/>
              <a:ext cx="210425" cy="492900"/>
            </a:xfrm>
            <a:custGeom>
              <a:rect b="b" l="l" r="r" t="t"/>
              <a:pathLst>
                <a:path extrusionOk="0" h="19716" w="8417">
                  <a:moveTo>
                    <a:pt x="3455" y="0"/>
                  </a:moveTo>
                  <a:cubicBezTo>
                    <a:pt x="3490" y="222"/>
                    <a:pt x="3560" y="444"/>
                    <a:pt x="3630" y="666"/>
                  </a:cubicBezTo>
                  <a:cubicBezTo>
                    <a:pt x="4016" y="1413"/>
                    <a:pt x="4249" y="2230"/>
                    <a:pt x="4307" y="3070"/>
                  </a:cubicBezTo>
                  <a:cubicBezTo>
                    <a:pt x="4401" y="4623"/>
                    <a:pt x="3759" y="5895"/>
                    <a:pt x="2848" y="7097"/>
                  </a:cubicBezTo>
                  <a:cubicBezTo>
                    <a:pt x="2300" y="7798"/>
                    <a:pt x="1833" y="8545"/>
                    <a:pt x="1448" y="9339"/>
                  </a:cubicBezTo>
                  <a:cubicBezTo>
                    <a:pt x="0" y="12443"/>
                    <a:pt x="794" y="16144"/>
                    <a:pt x="3397" y="18373"/>
                  </a:cubicBezTo>
                  <a:cubicBezTo>
                    <a:pt x="4226" y="19085"/>
                    <a:pt x="5171" y="19599"/>
                    <a:pt x="6303" y="19716"/>
                  </a:cubicBezTo>
                  <a:cubicBezTo>
                    <a:pt x="6175" y="19599"/>
                    <a:pt x="6047" y="19482"/>
                    <a:pt x="5918" y="19365"/>
                  </a:cubicBezTo>
                  <a:cubicBezTo>
                    <a:pt x="5031" y="18513"/>
                    <a:pt x="4249" y="17580"/>
                    <a:pt x="3876" y="16377"/>
                  </a:cubicBezTo>
                  <a:cubicBezTo>
                    <a:pt x="3397" y="14836"/>
                    <a:pt x="3840" y="13447"/>
                    <a:pt x="4704" y="12187"/>
                  </a:cubicBezTo>
                  <a:cubicBezTo>
                    <a:pt x="5416" y="11136"/>
                    <a:pt x="6257" y="10156"/>
                    <a:pt x="6957" y="9093"/>
                  </a:cubicBezTo>
                  <a:cubicBezTo>
                    <a:pt x="7961" y="7553"/>
                    <a:pt x="8416" y="5872"/>
                    <a:pt x="7809" y="4051"/>
                  </a:cubicBezTo>
                  <a:cubicBezTo>
                    <a:pt x="7121" y="1961"/>
                    <a:pt x="5440" y="899"/>
                    <a:pt x="34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9" name="Google Shape;319;p44"/>
          <p:cNvGrpSpPr/>
          <p:nvPr/>
        </p:nvGrpSpPr>
        <p:grpSpPr>
          <a:xfrm>
            <a:off x="1055867" y="4191425"/>
            <a:ext cx="218949" cy="282300"/>
            <a:chOff x="1454525" y="4245300"/>
            <a:chExt cx="217125" cy="282300"/>
          </a:xfrm>
        </p:grpSpPr>
        <p:sp>
          <p:nvSpPr>
            <p:cNvPr id="320" name="Google Shape;320;p44"/>
            <p:cNvSpPr/>
            <p:nvPr/>
          </p:nvSpPr>
          <p:spPr>
            <a:xfrm>
              <a:off x="1454525" y="4258175"/>
              <a:ext cx="152350" cy="269425"/>
            </a:xfrm>
            <a:custGeom>
              <a:rect b="b" l="l" r="r" t="t"/>
              <a:pathLst>
                <a:path extrusionOk="0" h="10777" w="6094">
                  <a:moveTo>
                    <a:pt x="2335" y="1"/>
                  </a:moveTo>
                  <a:cubicBezTo>
                    <a:pt x="2230" y="24"/>
                    <a:pt x="2136" y="59"/>
                    <a:pt x="2055" y="94"/>
                  </a:cubicBezTo>
                  <a:cubicBezTo>
                    <a:pt x="1634" y="257"/>
                    <a:pt x="1261" y="514"/>
                    <a:pt x="957" y="841"/>
                  </a:cubicBezTo>
                  <a:cubicBezTo>
                    <a:pt x="782" y="1028"/>
                    <a:pt x="642" y="1226"/>
                    <a:pt x="514" y="1448"/>
                  </a:cubicBezTo>
                  <a:cubicBezTo>
                    <a:pt x="421" y="1623"/>
                    <a:pt x="339" y="1822"/>
                    <a:pt x="269" y="2008"/>
                  </a:cubicBezTo>
                  <a:cubicBezTo>
                    <a:pt x="210" y="2183"/>
                    <a:pt x="152" y="2359"/>
                    <a:pt x="129" y="2545"/>
                  </a:cubicBezTo>
                  <a:cubicBezTo>
                    <a:pt x="82" y="2860"/>
                    <a:pt x="47" y="3176"/>
                    <a:pt x="24" y="3491"/>
                  </a:cubicBezTo>
                  <a:cubicBezTo>
                    <a:pt x="0" y="3771"/>
                    <a:pt x="0" y="4051"/>
                    <a:pt x="0" y="4320"/>
                  </a:cubicBezTo>
                  <a:cubicBezTo>
                    <a:pt x="0" y="4541"/>
                    <a:pt x="24" y="4751"/>
                    <a:pt x="59" y="4973"/>
                  </a:cubicBezTo>
                  <a:cubicBezTo>
                    <a:pt x="94" y="5242"/>
                    <a:pt x="129" y="5522"/>
                    <a:pt x="187" y="5790"/>
                  </a:cubicBezTo>
                  <a:cubicBezTo>
                    <a:pt x="280" y="6164"/>
                    <a:pt x="386" y="6537"/>
                    <a:pt x="514" y="6899"/>
                  </a:cubicBezTo>
                  <a:cubicBezTo>
                    <a:pt x="619" y="7203"/>
                    <a:pt x="759" y="7495"/>
                    <a:pt x="911" y="7763"/>
                  </a:cubicBezTo>
                  <a:cubicBezTo>
                    <a:pt x="1063" y="8067"/>
                    <a:pt x="1249" y="8347"/>
                    <a:pt x="1436" y="8638"/>
                  </a:cubicBezTo>
                  <a:cubicBezTo>
                    <a:pt x="1541" y="8802"/>
                    <a:pt x="1646" y="8954"/>
                    <a:pt x="1775" y="9105"/>
                  </a:cubicBezTo>
                  <a:cubicBezTo>
                    <a:pt x="1973" y="9351"/>
                    <a:pt x="2195" y="9572"/>
                    <a:pt x="2393" y="9806"/>
                  </a:cubicBezTo>
                  <a:cubicBezTo>
                    <a:pt x="2603" y="10039"/>
                    <a:pt x="2860" y="10238"/>
                    <a:pt x="3140" y="10389"/>
                  </a:cubicBezTo>
                  <a:cubicBezTo>
                    <a:pt x="3269" y="10459"/>
                    <a:pt x="3397" y="10506"/>
                    <a:pt x="3525" y="10564"/>
                  </a:cubicBezTo>
                  <a:cubicBezTo>
                    <a:pt x="3858" y="10715"/>
                    <a:pt x="4210" y="10776"/>
                    <a:pt x="4572" y="10776"/>
                  </a:cubicBezTo>
                  <a:cubicBezTo>
                    <a:pt x="4605" y="10776"/>
                    <a:pt x="4637" y="10776"/>
                    <a:pt x="4669" y="10775"/>
                  </a:cubicBezTo>
                  <a:cubicBezTo>
                    <a:pt x="4891" y="10751"/>
                    <a:pt x="5113" y="10728"/>
                    <a:pt x="5335" y="10681"/>
                  </a:cubicBezTo>
                  <a:cubicBezTo>
                    <a:pt x="5673" y="10635"/>
                    <a:pt x="5953" y="10366"/>
                    <a:pt x="5988" y="10028"/>
                  </a:cubicBezTo>
                  <a:cubicBezTo>
                    <a:pt x="6070" y="9666"/>
                    <a:pt x="6093" y="9304"/>
                    <a:pt x="6070" y="8930"/>
                  </a:cubicBezTo>
                  <a:cubicBezTo>
                    <a:pt x="6058" y="8580"/>
                    <a:pt x="6000" y="8230"/>
                    <a:pt x="5883" y="7891"/>
                  </a:cubicBezTo>
                  <a:cubicBezTo>
                    <a:pt x="5743" y="7460"/>
                    <a:pt x="5522" y="7051"/>
                    <a:pt x="5253" y="6689"/>
                  </a:cubicBezTo>
                  <a:cubicBezTo>
                    <a:pt x="5031" y="6386"/>
                    <a:pt x="4774" y="6094"/>
                    <a:pt x="4483" y="5849"/>
                  </a:cubicBezTo>
                  <a:cubicBezTo>
                    <a:pt x="4086" y="5545"/>
                    <a:pt x="3724" y="5183"/>
                    <a:pt x="3420" y="4786"/>
                  </a:cubicBezTo>
                  <a:cubicBezTo>
                    <a:pt x="3199" y="4495"/>
                    <a:pt x="3000" y="4191"/>
                    <a:pt x="2825" y="3876"/>
                  </a:cubicBezTo>
                  <a:cubicBezTo>
                    <a:pt x="2650" y="3537"/>
                    <a:pt x="2533" y="3176"/>
                    <a:pt x="2487" y="2802"/>
                  </a:cubicBezTo>
                  <a:cubicBezTo>
                    <a:pt x="2440" y="2405"/>
                    <a:pt x="2393" y="2008"/>
                    <a:pt x="2370" y="1611"/>
                  </a:cubicBezTo>
                  <a:cubicBezTo>
                    <a:pt x="2347" y="1320"/>
                    <a:pt x="2382" y="1039"/>
                    <a:pt x="2382" y="748"/>
                  </a:cubicBezTo>
                  <a:cubicBezTo>
                    <a:pt x="2370" y="503"/>
                    <a:pt x="2347" y="257"/>
                    <a:pt x="2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44"/>
            <p:cNvSpPr/>
            <p:nvPr/>
          </p:nvSpPr>
          <p:spPr>
            <a:xfrm>
              <a:off x="1530400" y="4245300"/>
              <a:ext cx="141250" cy="263000"/>
            </a:xfrm>
            <a:custGeom>
              <a:rect b="b" l="l" r="r" t="t"/>
              <a:pathLst>
                <a:path extrusionOk="0" h="10520" w="5650">
                  <a:moveTo>
                    <a:pt x="913" y="1"/>
                  </a:moveTo>
                  <a:cubicBezTo>
                    <a:pt x="783" y="1"/>
                    <a:pt x="654" y="9"/>
                    <a:pt x="525" y="25"/>
                  </a:cubicBezTo>
                  <a:cubicBezTo>
                    <a:pt x="339" y="49"/>
                    <a:pt x="152" y="107"/>
                    <a:pt x="105" y="317"/>
                  </a:cubicBezTo>
                  <a:cubicBezTo>
                    <a:pt x="47" y="562"/>
                    <a:pt x="24" y="807"/>
                    <a:pt x="12" y="1053"/>
                  </a:cubicBezTo>
                  <a:cubicBezTo>
                    <a:pt x="0" y="1286"/>
                    <a:pt x="12" y="1531"/>
                    <a:pt x="35" y="1765"/>
                  </a:cubicBezTo>
                  <a:cubicBezTo>
                    <a:pt x="70" y="2103"/>
                    <a:pt x="117" y="2430"/>
                    <a:pt x="175" y="2768"/>
                  </a:cubicBezTo>
                  <a:cubicBezTo>
                    <a:pt x="210" y="2955"/>
                    <a:pt x="269" y="3130"/>
                    <a:pt x="315" y="3317"/>
                  </a:cubicBezTo>
                  <a:cubicBezTo>
                    <a:pt x="409" y="3691"/>
                    <a:pt x="561" y="4052"/>
                    <a:pt x="771" y="4379"/>
                  </a:cubicBezTo>
                  <a:cubicBezTo>
                    <a:pt x="899" y="4601"/>
                    <a:pt x="1062" y="4800"/>
                    <a:pt x="1203" y="5010"/>
                  </a:cubicBezTo>
                  <a:cubicBezTo>
                    <a:pt x="1448" y="5336"/>
                    <a:pt x="1751" y="5640"/>
                    <a:pt x="2078" y="5885"/>
                  </a:cubicBezTo>
                  <a:cubicBezTo>
                    <a:pt x="2230" y="6014"/>
                    <a:pt x="2416" y="6095"/>
                    <a:pt x="2557" y="6224"/>
                  </a:cubicBezTo>
                  <a:cubicBezTo>
                    <a:pt x="2825" y="6445"/>
                    <a:pt x="3058" y="6702"/>
                    <a:pt x="3257" y="6994"/>
                  </a:cubicBezTo>
                  <a:cubicBezTo>
                    <a:pt x="3420" y="7251"/>
                    <a:pt x="3549" y="7543"/>
                    <a:pt x="3630" y="7834"/>
                  </a:cubicBezTo>
                  <a:cubicBezTo>
                    <a:pt x="3747" y="8231"/>
                    <a:pt x="3794" y="8628"/>
                    <a:pt x="3782" y="9025"/>
                  </a:cubicBezTo>
                  <a:cubicBezTo>
                    <a:pt x="3771" y="9329"/>
                    <a:pt x="3771" y="9632"/>
                    <a:pt x="3771" y="9936"/>
                  </a:cubicBezTo>
                  <a:lnTo>
                    <a:pt x="3771" y="10484"/>
                  </a:lnTo>
                  <a:lnTo>
                    <a:pt x="3817" y="10519"/>
                  </a:lnTo>
                  <a:cubicBezTo>
                    <a:pt x="3969" y="10391"/>
                    <a:pt x="4132" y="10286"/>
                    <a:pt x="4284" y="10157"/>
                  </a:cubicBezTo>
                  <a:cubicBezTo>
                    <a:pt x="4704" y="9819"/>
                    <a:pt x="5020" y="9375"/>
                    <a:pt x="5218" y="8885"/>
                  </a:cubicBezTo>
                  <a:cubicBezTo>
                    <a:pt x="5358" y="8547"/>
                    <a:pt x="5463" y="8196"/>
                    <a:pt x="5510" y="7834"/>
                  </a:cubicBezTo>
                  <a:cubicBezTo>
                    <a:pt x="5545" y="7601"/>
                    <a:pt x="5568" y="7368"/>
                    <a:pt x="5591" y="7134"/>
                  </a:cubicBezTo>
                  <a:cubicBezTo>
                    <a:pt x="5615" y="6842"/>
                    <a:pt x="5650" y="6550"/>
                    <a:pt x="5650" y="6259"/>
                  </a:cubicBezTo>
                  <a:cubicBezTo>
                    <a:pt x="5650" y="6037"/>
                    <a:pt x="5638" y="5827"/>
                    <a:pt x="5603" y="5605"/>
                  </a:cubicBezTo>
                  <a:cubicBezTo>
                    <a:pt x="5591" y="5336"/>
                    <a:pt x="5545" y="5068"/>
                    <a:pt x="5498" y="4800"/>
                  </a:cubicBezTo>
                  <a:cubicBezTo>
                    <a:pt x="5405" y="4426"/>
                    <a:pt x="5276" y="4064"/>
                    <a:pt x="5160" y="3714"/>
                  </a:cubicBezTo>
                  <a:cubicBezTo>
                    <a:pt x="4949" y="3142"/>
                    <a:pt x="4658" y="2617"/>
                    <a:pt x="4284" y="2150"/>
                  </a:cubicBezTo>
                  <a:cubicBezTo>
                    <a:pt x="3969" y="1753"/>
                    <a:pt x="3630" y="1368"/>
                    <a:pt x="3280" y="1018"/>
                  </a:cubicBezTo>
                  <a:cubicBezTo>
                    <a:pt x="3105" y="842"/>
                    <a:pt x="2907" y="691"/>
                    <a:pt x="2697" y="551"/>
                  </a:cubicBezTo>
                  <a:cubicBezTo>
                    <a:pt x="2451" y="364"/>
                    <a:pt x="2183" y="235"/>
                    <a:pt x="1891" y="154"/>
                  </a:cubicBezTo>
                  <a:cubicBezTo>
                    <a:pt x="1573" y="53"/>
                    <a:pt x="1242" y="1"/>
                    <a:pt x="9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2" name="Google Shape;322;p44"/>
          <p:cNvGrpSpPr/>
          <p:nvPr/>
        </p:nvGrpSpPr>
        <p:grpSpPr>
          <a:xfrm rot="2500248">
            <a:off x="647157" y="4214240"/>
            <a:ext cx="135889" cy="176679"/>
            <a:chOff x="1454525" y="4245300"/>
            <a:chExt cx="217125" cy="282300"/>
          </a:xfrm>
        </p:grpSpPr>
        <p:sp>
          <p:nvSpPr>
            <p:cNvPr id="323" name="Google Shape;323;p44"/>
            <p:cNvSpPr/>
            <p:nvPr/>
          </p:nvSpPr>
          <p:spPr>
            <a:xfrm>
              <a:off x="1454525" y="4258175"/>
              <a:ext cx="152350" cy="269425"/>
            </a:xfrm>
            <a:custGeom>
              <a:rect b="b" l="l" r="r" t="t"/>
              <a:pathLst>
                <a:path extrusionOk="0" h="10777" w="6094">
                  <a:moveTo>
                    <a:pt x="2335" y="1"/>
                  </a:moveTo>
                  <a:cubicBezTo>
                    <a:pt x="2230" y="24"/>
                    <a:pt x="2136" y="59"/>
                    <a:pt x="2055" y="94"/>
                  </a:cubicBezTo>
                  <a:cubicBezTo>
                    <a:pt x="1634" y="257"/>
                    <a:pt x="1261" y="514"/>
                    <a:pt x="957" y="841"/>
                  </a:cubicBezTo>
                  <a:cubicBezTo>
                    <a:pt x="782" y="1028"/>
                    <a:pt x="642" y="1226"/>
                    <a:pt x="514" y="1448"/>
                  </a:cubicBezTo>
                  <a:cubicBezTo>
                    <a:pt x="421" y="1623"/>
                    <a:pt x="339" y="1822"/>
                    <a:pt x="269" y="2008"/>
                  </a:cubicBezTo>
                  <a:cubicBezTo>
                    <a:pt x="210" y="2183"/>
                    <a:pt x="152" y="2359"/>
                    <a:pt x="129" y="2545"/>
                  </a:cubicBezTo>
                  <a:cubicBezTo>
                    <a:pt x="82" y="2860"/>
                    <a:pt x="47" y="3176"/>
                    <a:pt x="24" y="3491"/>
                  </a:cubicBezTo>
                  <a:cubicBezTo>
                    <a:pt x="0" y="3771"/>
                    <a:pt x="0" y="4051"/>
                    <a:pt x="0" y="4320"/>
                  </a:cubicBezTo>
                  <a:cubicBezTo>
                    <a:pt x="0" y="4541"/>
                    <a:pt x="24" y="4751"/>
                    <a:pt x="59" y="4973"/>
                  </a:cubicBezTo>
                  <a:cubicBezTo>
                    <a:pt x="94" y="5242"/>
                    <a:pt x="129" y="5522"/>
                    <a:pt x="187" y="5790"/>
                  </a:cubicBezTo>
                  <a:cubicBezTo>
                    <a:pt x="280" y="6164"/>
                    <a:pt x="386" y="6537"/>
                    <a:pt x="514" y="6899"/>
                  </a:cubicBezTo>
                  <a:cubicBezTo>
                    <a:pt x="619" y="7203"/>
                    <a:pt x="759" y="7495"/>
                    <a:pt x="911" y="7763"/>
                  </a:cubicBezTo>
                  <a:cubicBezTo>
                    <a:pt x="1063" y="8067"/>
                    <a:pt x="1249" y="8347"/>
                    <a:pt x="1436" y="8638"/>
                  </a:cubicBezTo>
                  <a:cubicBezTo>
                    <a:pt x="1541" y="8802"/>
                    <a:pt x="1646" y="8954"/>
                    <a:pt x="1775" y="9105"/>
                  </a:cubicBezTo>
                  <a:cubicBezTo>
                    <a:pt x="1973" y="9351"/>
                    <a:pt x="2195" y="9572"/>
                    <a:pt x="2393" y="9806"/>
                  </a:cubicBezTo>
                  <a:cubicBezTo>
                    <a:pt x="2603" y="10039"/>
                    <a:pt x="2860" y="10238"/>
                    <a:pt x="3140" y="10389"/>
                  </a:cubicBezTo>
                  <a:cubicBezTo>
                    <a:pt x="3269" y="10459"/>
                    <a:pt x="3397" y="10506"/>
                    <a:pt x="3525" y="10564"/>
                  </a:cubicBezTo>
                  <a:cubicBezTo>
                    <a:pt x="3858" y="10715"/>
                    <a:pt x="4210" y="10776"/>
                    <a:pt x="4572" y="10776"/>
                  </a:cubicBezTo>
                  <a:cubicBezTo>
                    <a:pt x="4605" y="10776"/>
                    <a:pt x="4637" y="10776"/>
                    <a:pt x="4669" y="10775"/>
                  </a:cubicBezTo>
                  <a:cubicBezTo>
                    <a:pt x="4891" y="10751"/>
                    <a:pt x="5113" y="10728"/>
                    <a:pt x="5335" y="10681"/>
                  </a:cubicBezTo>
                  <a:cubicBezTo>
                    <a:pt x="5673" y="10635"/>
                    <a:pt x="5953" y="10366"/>
                    <a:pt x="5988" y="10028"/>
                  </a:cubicBezTo>
                  <a:cubicBezTo>
                    <a:pt x="6070" y="9666"/>
                    <a:pt x="6093" y="9304"/>
                    <a:pt x="6070" y="8930"/>
                  </a:cubicBezTo>
                  <a:cubicBezTo>
                    <a:pt x="6058" y="8580"/>
                    <a:pt x="6000" y="8230"/>
                    <a:pt x="5883" y="7891"/>
                  </a:cubicBezTo>
                  <a:cubicBezTo>
                    <a:pt x="5743" y="7460"/>
                    <a:pt x="5522" y="7051"/>
                    <a:pt x="5253" y="6689"/>
                  </a:cubicBezTo>
                  <a:cubicBezTo>
                    <a:pt x="5031" y="6386"/>
                    <a:pt x="4774" y="6094"/>
                    <a:pt x="4483" y="5849"/>
                  </a:cubicBezTo>
                  <a:cubicBezTo>
                    <a:pt x="4086" y="5545"/>
                    <a:pt x="3724" y="5183"/>
                    <a:pt x="3420" y="4786"/>
                  </a:cubicBezTo>
                  <a:cubicBezTo>
                    <a:pt x="3199" y="4495"/>
                    <a:pt x="3000" y="4191"/>
                    <a:pt x="2825" y="3876"/>
                  </a:cubicBezTo>
                  <a:cubicBezTo>
                    <a:pt x="2650" y="3537"/>
                    <a:pt x="2533" y="3176"/>
                    <a:pt x="2487" y="2802"/>
                  </a:cubicBezTo>
                  <a:cubicBezTo>
                    <a:pt x="2440" y="2405"/>
                    <a:pt x="2393" y="2008"/>
                    <a:pt x="2370" y="1611"/>
                  </a:cubicBezTo>
                  <a:cubicBezTo>
                    <a:pt x="2347" y="1320"/>
                    <a:pt x="2382" y="1039"/>
                    <a:pt x="2382" y="748"/>
                  </a:cubicBezTo>
                  <a:cubicBezTo>
                    <a:pt x="2370" y="503"/>
                    <a:pt x="2347" y="257"/>
                    <a:pt x="2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44"/>
            <p:cNvSpPr/>
            <p:nvPr/>
          </p:nvSpPr>
          <p:spPr>
            <a:xfrm>
              <a:off x="1530400" y="4245300"/>
              <a:ext cx="141250" cy="263000"/>
            </a:xfrm>
            <a:custGeom>
              <a:rect b="b" l="l" r="r" t="t"/>
              <a:pathLst>
                <a:path extrusionOk="0" h="10520" w="5650">
                  <a:moveTo>
                    <a:pt x="913" y="1"/>
                  </a:moveTo>
                  <a:cubicBezTo>
                    <a:pt x="783" y="1"/>
                    <a:pt x="654" y="9"/>
                    <a:pt x="525" y="25"/>
                  </a:cubicBezTo>
                  <a:cubicBezTo>
                    <a:pt x="339" y="49"/>
                    <a:pt x="152" y="107"/>
                    <a:pt x="105" y="317"/>
                  </a:cubicBezTo>
                  <a:cubicBezTo>
                    <a:pt x="47" y="562"/>
                    <a:pt x="24" y="807"/>
                    <a:pt x="12" y="1053"/>
                  </a:cubicBezTo>
                  <a:cubicBezTo>
                    <a:pt x="0" y="1286"/>
                    <a:pt x="12" y="1531"/>
                    <a:pt x="35" y="1765"/>
                  </a:cubicBezTo>
                  <a:cubicBezTo>
                    <a:pt x="70" y="2103"/>
                    <a:pt x="117" y="2430"/>
                    <a:pt x="175" y="2768"/>
                  </a:cubicBezTo>
                  <a:cubicBezTo>
                    <a:pt x="210" y="2955"/>
                    <a:pt x="269" y="3130"/>
                    <a:pt x="315" y="3317"/>
                  </a:cubicBezTo>
                  <a:cubicBezTo>
                    <a:pt x="409" y="3691"/>
                    <a:pt x="561" y="4052"/>
                    <a:pt x="771" y="4379"/>
                  </a:cubicBezTo>
                  <a:cubicBezTo>
                    <a:pt x="899" y="4601"/>
                    <a:pt x="1062" y="4800"/>
                    <a:pt x="1203" y="5010"/>
                  </a:cubicBezTo>
                  <a:cubicBezTo>
                    <a:pt x="1448" y="5336"/>
                    <a:pt x="1751" y="5640"/>
                    <a:pt x="2078" y="5885"/>
                  </a:cubicBezTo>
                  <a:cubicBezTo>
                    <a:pt x="2230" y="6014"/>
                    <a:pt x="2416" y="6095"/>
                    <a:pt x="2557" y="6224"/>
                  </a:cubicBezTo>
                  <a:cubicBezTo>
                    <a:pt x="2825" y="6445"/>
                    <a:pt x="3058" y="6702"/>
                    <a:pt x="3257" y="6994"/>
                  </a:cubicBezTo>
                  <a:cubicBezTo>
                    <a:pt x="3420" y="7251"/>
                    <a:pt x="3549" y="7543"/>
                    <a:pt x="3630" y="7834"/>
                  </a:cubicBezTo>
                  <a:cubicBezTo>
                    <a:pt x="3747" y="8231"/>
                    <a:pt x="3794" y="8628"/>
                    <a:pt x="3782" y="9025"/>
                  </a:cubicBezTo>
                  <a:cubicBezTo>
                    <a:pt x="3771" y="9329"/>
                    <a:pt x="3771" y="9632"/>
                    <a:pt x="3771" y="9936"/>
                  </a:cubicBezTo>
                  <a:lnTo>
                    <a:pt x="3771" y="10484"/>
                  </a:lnTo>
                  <a:lnTo>
                    <a:pt x="3817" y="10519"/>
                  </a:lnTo>
                  <a:cubicBezTo>
                    <a:pt x="3969" y="10391"/>
                    <a:pt x="4132" y="10286"/>
                    <a:pt x="4284" y="10157"/>
                  </a:cubicBezTo>
                  <a:cubicBezTo>
                    <a:pt x="4704" y="9819"/>
                    <a:pt x="5020" y="9375"/>
                    <a:pt x="5218" y="8885"/>
                  </a:cubicBezTo>
                  <a:cubicBezTo>
                    <a:pt x="5358" y="8547"/>
                    <a:pt x="5463" y="8196"/>
                    <a:pt x="5510" y="7834"/>
                  </a:cubicBezTo>
                  <a:cubicBezTo>
                    <a:pt x="5545" y="7601"/>
                    <a:pt x="5568" y="7368"/>
                    <a:pt x="5591" y="7134"/>
                  </a:cubicBezTo>
                  <a:cubicBezTo>
                    <a:pt x="5615" y="6842"/>
                    <a:pt x="5650" y="6550"/>
                    <a:pt x="5650" y="6259"/>
                  </a:cubicBezTo>
                  <a:cubicBezTo>
                    <a:pt x="5650" y="6037"/>
                    <a:pt x="5638" y="5827"/>
                    <a:pt x="5603" y="5605"/>
                  </a:cubicBezTo>
                  <a:cubicBezTo>
                    <a:pt x="5591" y="5336"/>
                    <a:pt x="5545" y="5068"/>
                    <a:pt x="5498" y="4800"/>
                  </a:cubicBezTo>
                  <a:cubicBezTo>
                    <a:pt x="5405" y="4426"/>
                    <a:pt x="5276" y="4064"/>
                    <a:pt x="5160" y="3714"/>
                  </a:cubicBezTo>
                  <a:cubicBezTo>
                    <a:pt x="4949" y="3142"/>
                    <a:pt x="4658" y="2617"/>
                    <a:pt x="4284" y="2150"/>
                  </a:cubicBezTo>
                  <a:cubicBezTo>
                    <a:pt x="3969" y="1753"/>
                    <a:pt x="3630" y="1368"/>
                    <a:pt x="3280" y="1018"/>
                  </a:cubicBezTo>
                  <a:cubicBezTo>
                    <a:pt x="3105" y="842"/>
                    <a:pt x="2907" y="691"/>
                    <a:pt x="2697" y="551"/>
                  </a:cubicBezTo>
                  <a:cubicBezTo>
                    <a:pt x="2451" y="364"/>
                    <a:pt x="2183" y="235"/>
                    <a:pt x="1891" y="154"/>
                  </a:cubicBezTo>
                  <a:cubicBezTo>
                    <a:pt x="1573" y="53"/>
                    <a:pt x="1242" y="1"/>
                    <a:pt x="9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sticker" id="325" name="Google Shape;3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835632">
            <a:off x="7134726" y="3425992"/>
            <a:ext cx="1467853" cy="14678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5"/>
          <p:cNvSpPr/>
          <p:nvPr/>
        </p:nvSpPr>
        <p:spPr>
          <a:xfrm>
            <a:off x="-27619" y="0"/>
            <a:ext cx="4532084" cy="1360194"/>
          </a:xfrm>
          <a:custGeom>
            <a:rect b="b" l="l" r="r" t="t"/>
            <a:pathLst>
              <a:path extrusionOk="0" h="24479" w="81138">
                <a:moveTo>
                  <a:pt x="0" y="1"/>
                </a:moveTo>
                <a:lnTo>
                  <a:pt x="0" y="24479"/>
                </a:lnTo>
                <a:cubicBezTo>
                  <a:pt x="444" y="24199"/>
                  <a:pt x="876" y="23918"/>
                  <a:pt x="1319" y="23650"/>
                </a:cubicBezTo>
                <a:cubicBezTo>
                  <a:pt x="3327" y="22389"/>
                  <a:pt x="5603" y="21619"/>
                  <a:pt x="7973" y="21420"/>
                </a:cubicBezTo>
                <a:cubicBezTo>
                  <a:pt x="8378" y="21385"/>
                  <a:pt x="8783" y="21368"/>
                  <a:pt x="9188" y="21368"/>
                </a:cubicBezTo>
                <a:cubicBezTo>
                  <a:pt x="10135" y="21368"/>
                  <a:pt x="11079" y="21462"/>
                  <a:pt x="12011" y="21642"/>
                </a:cubicBezTo>
                <a:cubicBezTo>
                  <a:pt x="13949" y="22027"/>
                  <a:pt x="15899" y="22413"/>
                  <a:pt x="17813" y="22891"/>
                </a:cubicBezTo>
                <a:cubicBezTo>
                  <a:pt x="20241" y="23498"/>
                  <a:pt x="22680" y="24058"/>
                  <a:pt x="25190" y="24257"/>
                </a:cubicBezTo>
                <a:cubicBezTo>
                  <a:pt x="25656" y="24288"/>
                  <a:pt x="26122" y="24303"/>
                  <a:pt x="26587" y="24303"/>
                </a:cubicBezTo>
                <a:cubicBezTo>
                  <a:pt x="29645" y="24303"/>
                  <a:pt x="32678" y="23641"/>
                  <a:pt x="35474" y="22354"/>
                </a:cubicBezTo>
                <a:cubicBezTo>
                  <a:pt x="38053" y="21152"/>
                  <a:pt x="40458" y="19588"/>
                  <a:pt x="42606" y="17720"/>
                </a:cubicBezTo>
                <a:cubicBezTo>
                  <a:pt x="44147" y="16401"/>
                  <a:pt x="45594" y="14977"/>
                  <a:pt x="47135" y="13670"/>
                </a:cubicBezTo>
                <a:cubicBezTo>
                  <a:pt x="48641" y="12386"/>
                  <a:pt x="50193" y="11148"/>
                  <a:pt x="51781" y="9981"/>
                </a:cubicBezTo>
                <a:cubicBezTo>
                  <a:pt x="53893" y="8452"/>
                  <a:pt x="56100" y="7063"/>
                  <a:pt x="58399" y="5849"/>
                </a:cubicBezTo>
                <a:cubicBezTo>
                  <a:pt x="60897" y="4483"/>
                  <a:pt x="63477" y="3281"/>
                  <a:pt x="66138" y="2265"/>
                </a:cubicBezTo>
                <a:cubicBezTo>
                  <a:pt x="67749" y="1647"/>
                  <a:pt x="69395" y="1098"/>
                  <a:pt x="71041" y="549"/>
                </a:cubicBezTo>
                <a:cubicBezTo>
                  <a:pt x="71543" y="374"/>
                  <a:pt x="72080" y="164"/>
                  <a:pt x="72605" y="164"/>
                </a:cubicBezTo>
                <a:cubicBezTo>
                  <a:pt x="73825" y="149"/>
                  <a:pt x="75044" y="145"/>
                  <a:pt x="76262" y="145"/>
                </a:cubicBezTo>
                <a:cubicBezTo>
                  <a:pt x="77886" y="145"/>
                  <a:pt x="79510" y="153"/>
                  <a:pt x="81138" y="153"/>
                </a:cubicBezTo>
                <a:lnTo>
                  <a:pt x="8113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45"/>
          <p:cNvSpPr/>
          <p:nvPr/>
        </p:nvSpPr>
        <p:spPr>
          <a:xfrm flipH="1">
            <a:off x="-768034" y="-492371"/>
            <a:ext cx="2966068" cy="1429769"/>
          </a:xfrm>
          <a:custGeom>
            <a:rect b="b" l="l" r="r" t="t"/>
            <a:pathLst>
              <a:path extrusionOk="0" h="48423" w="99931">
                <a:moveTo>
                  <a:pt x="66117" y="0"/>
                </a:moveTo>
                <a:cubicBezTo>
                  <a:pt x="65478" y="0"/>
                  <a:pt x="64837" y="16"/>
                  <a:pt x="64196" y="16"/>
                </a:cubicBezTo>
                <a:cubicBezTo>
                  <a:pt x="64092" y="16"/>
                  <a:pt x="63989" y="16"/>
                  <a:pt x="63885" y="15"/>
                </a:cubicBezTo>
                <a:cubicBezTo>
                  <a:pt x="63824" y="14"/>
                  <a:pt x="63763" y="14"/>
                  <a:pt x="63702" y="14"/>
                </a:cubicBezTo>
                <a:cubicBezTo>
                  <a:pt x="62058" y="14"/>
                  <a:pt x="60405" y="166"/>
                  <a:pt x="58784" y="458"/>
                </a:cubicBezTo>
                <a:cubicBezTo>
                  <a:pt x="56671" y="832"/>
                  <a:pt x="54570" y="1205"/>
                  <a:pt x="52492" y="1696"/>
                </a:cubicBezTo>
                <a:cubicBezTo>
                  <a:pt x="50613" y="2139"/>
                  <a:pt x="48746" y="2688"/>
                  <a:pt x="46913" y="3283"/>
                </a:cubicBezTo>
                <a:cubicBezTo>
                  <a:pt x="44742" y="3995"/>
                  <a:pt x="42606" y="4754"/>
                  <a:pt x="40493" y="5594"/>
                </a:cubicBezTo>
                <a:cubicBezTo>
                  <a:pt x="37668" y="6703"/>
                  <a:pt x="34890" y="7917"/>
                  <a:pt x="32088" y="9061"/>
                </a:cubicBezTo>
                <a:cubicBezTo>
                  <a:pt x="30501" y="9703"/>
                  <a:pt x="28902" y="10310"/>
                  <a:pt x="27291" y="10894"/>
                </a:cubicBezTo>
                <a:cubicBezTo>
                  <a:pt x="27120" y="10951"/>
                  <a:pt x="26941" y="10980"/>
                  <a:pt x="26763" y="10980"/>
                </a:cubicBezTo>
                <a:cubicBezTo>
                  <a:pt x="26614" y="10980"/>
                  <a:pt x="26466" y="10960"/>
                  <a:pt x="26322" y="10917"/>
                </a:cubicBezTo>
                <a:cubicBezTo>
                  <a:pt x="25552" y="10614"/>
                  <a:pt x="25342" y="9878"/>
                  <a:pt x="25855" y="9201"/>
                </a:cubicBezTo>
                <a:cubicBezTo>
                  <a:pt x="26381" y="8477"/>
                  <a:pt x="26987" y="7835"/>
                  <a:pt x="27665" y="7263"/>
                </a:cubicBezTo>
                <a:cubicBezTo>
                  <a:pt x="29240" y="5991"/>
                  <a:pt x="30898" y="4836"/>
                  <a:pt x="32497" y="3587"/>
                </a:cubicBezTo>
                <a:cubicBezTo>
                  <a:pt x="33151" y="3026"/>
                  <a:pt x="33781" y="2431"/>
                  <a:pt x="34376" y="1812"/>
                </a:cubicBezTo>
                <a:cubicBezTo>
                  <a:pt x="34598" y="1591"/>
                  <a:pt x="34738" y="1287"/>
                  <a:pt x="34551" y="984"/>
                </a:cubicBezTo>
                <a:cubicBezTo>
                  <a:pt x="34384" y="727"/>
                  <a:pt x="34133" y="662"/>
                  <a:pt x="33849" y="662"/>
                </a:cubicBezTo>
                <a:cubicBezTo>
                  <a:pt x="33796" y="662"/>
                  <a:pt x="33742" y="665"/>
                  <a:pt x="33688" y="668"/>
                </a:cubicBezTo>
                <a:cubicBezTo>
                  <a:pt x="32532" y="750"/>
                  <a:pt x="31388" y="984"/>
                  <a:pt x="30303" y="1392"/>
                </a:cubicBezTo>
                <a:cubicBezTo>
                  <a:pt x="28482" y="2011"/>
                  <a:pt x="26672" y="2688"/>
                  <a:pt x="24886" y="3411"/>
                </a:cubicBezTo>
                <a:cubicBezTo>
                  <a:pt x="22622" y="4345"/>
                  <a:pt x="20462" y="5501"/>
                  <a:pt x="18350" y="6750"/>
                </a:cubicBezTo>
                <a:cubicBezTo>
                  <a:pt x="15198" y="8618"/>
                  <a:pt x="12221" y="10742"/>
                  <a:pt x="9548" y="13252"/>
                </a:cubicBezTo>
                <a:cubicBezTo>
                  <a:pt x="8113" y="14629"/>
                  <a:pt x="6759" y="16076"/>
                  <a:pt x="5463" y="17582"/>
                </a:cubicBezTo>
                <a:cubicBezTo>
                  <a:pt x="3969" y="19333"/>
                  <a:pt x="2685" y="21259"/>
                  <a:pt x="1623" y="23302"/>
                </a:cubicBezTo>
                <a:cubicBezTo>
                  <a:pt x="514" y="25380"/>
                  <a:pt x="117" y="27621"/>
                  <a:pt x="23" y="29944"/>
                </a:cubicBezTo>
                <a:cubicBezTo>
                  <a:pt x="0" y="31018"/>
                  <a:pt x="152" y="32080"/>
                  <a:pt x="467" y="33095"/>
                </a:cubicBezTo>
                <a:cubicBezTo>
                  <a:pt x="887" y="34449"/>
                  <a:pt x="1704" y="35652"/>
                  <a:pt x="2813" y="36551"/>
                </a:cubicBezTo>
                <a:cubicBezTo>
                  <a:pt x="4284" y="37729"/>
                  <a:pt x="5988" y="38185"/>
                  <a:pt x="7821" y="38196"/>
                </a:cubicBezTo>
                <a:cubicBezTo>
                  <a:pt x="9350" y="38185"/>
                  <a:pt x="10856" y="37928"/>
                  <a:pt x="12291" y="37426"/>
                </a:cubicBezTo>
                <a:cubicBezTo>
                  <a:pt x="14381" y="36726"/>
                  <a:pt x="16319" y="35745"/>
                  <a:pt x="18023" y="34356"/>
                </a:cubicBezTo>
                <a:cubicBezTo>
                  <a:pt x="19330" y="33282"/>
                  <a:pt x="20579" y="32138"/>
                  <a:pt x="21886" y="31088"/>
                </a:cubicBezTo>
                <a:cubicBezTo>
                  <a:pt x="24244" y="29220"/>
                  <a:pt x="26766" y="27574"/>
                  <a:pt x="29427" y="26197"/>
                </a:cubicBezTo>
                <a:cubicBezTo>
                  <a:pt x="31563" y="25076"/>
                  <a:pt x="33793" y="24142"/>
                  <a:pt x="36081" y="23419"/>
                </a:cubicBezTo>
                <a:cubicBezTo>
                  <a:pt x="38158" y="22765"/>
                  <a:pt x="40306" y="22321"/>
                  <a:pt x="42466" y="22111"/>
                </a:cubicBezTo>
                <a:cubicBezTo>
                  <a:pt x="43633" y="22006"/>
                  <a:pt x="44812" y="21995"/>
                  <a:pt x="45979" y="21960"/>
                </a:cubicBezTo>
                <a:cubicBezTo>
                  <a:pt x="46015" y="21959"/>
                  <a:pt x="46051" y="21958"/>
                  <a:pt x="46086" y="21958"/>
                </a:cubicBezTo>
                <a:cubicBezTo>
                  <a:pt x="46519" y="21958"/>
                  <a:pt x="46960" y="22019"/>
                  <a:pt x="47391" y="22030"/>
                </a:cubicBezTo>
                <a:cubicBezTo>
                  <a:pt x="48174" y="22053"/>
                  <a:pt x="48956" y="22041"/>
                  <a:pt x="49726" y="22076"/>
                </a:cubicBezTo>
                <a:cubicBezTo>
                  <a:pt x="50952" y="22146"/>
                  <a:pt x="52166" y="22181"/>
                  <a:pt x="53380" y="22333"/>
                </a:cubicBezTo>
                <a:cubicBezTo>
                  <a:pt x="54955" y="22520"/>
                  <a:pt x="56543" y="22765"/>
                  <a:pt x="58119" y="23057"/>
                </a:cubicBezTo>
                <a:cubicBezTo>
                  <a:pt x="59543" y="23337"/>
                  <a:pt x="60955" y="23757"/>
                  <a:pt x="62239" y="24458"/>
                </a:cubicBezTo>
                <a:cubicBezTo>
                  <a:pt x="63348" y="25053"/>
                  <a:pt x="64387" y="25777"/>
                  <a:pt x="65461" y="26454"/>
                </a:cubicBezTo>
                <a:cubicBezTo>
                  <a:pt x="66395" y="27026"/>
                  <a:pt x="67305" y="27633"/>
                  <a:pt x="68414" y="27843"/>
                </a:cubicBezTo>
                <a:cubicBezTo>
                  <a:pt x="68502" y="27858"/>
                  <a:pt x="68590" y="27866"/>
                  <a:pt x="68677" y="27866"/>
                </a:cubicBezTo>
                <a:cubicBezTo>
                  <a:pt x="69572" y="27866"/>
                  <a:pt x="70374" y="27080"/>
                  <a:pt x="70118" y="26197"/>
                </a:cubicBezTo>
                <a:cubicBezTo>
                  <a:pt x="69978" y="25765"/>
                  <a:pt x="69733" y="25368"/>
                  <a:pt x="69418" y="25041"/>
                </a:cubicBezTo>
                <a:cubicBezTo>
                  <a:pt x="68391" y="23874"/>
                  <a:pt x="67002" y="23290"/>
                  <a:pt x="65566" y="22788"/>
                </a:cubicBezTo>
                <a:cubicBezTo>
                  <a:pt x="64971" y="22567"/>
                  <a:pt x="64399" y="22298"/>
                  <a:pt x="63862" y="21960"/>
                </a:cubicBezTo>
                <a:cubicBezTo>
                  <a:pt x="63523" y="21761"/>
                  <a:pt x="63558" y="21469"/>
                  <a:pt x="63897" y="21329"/>
                </a:cubicBezTo>
                <a:cubicBezTo>
                  <a:pt x="64156" y="21219"/>
                  <a:pt x="64442" y="21161"/>
                  <a:pt x="64731" y="21161"/>
                </a:cubicBezTo>
                <a:cubicBezTo>
                  <a:pt x="64780" y="21161"/>
                  <a:pt x="64828" y="21162"/>
                  <a:pt x="64877" y="21166"/>
                </a:cubicBezTo>
                <a:cubicBezTo>
                  <a:pt x="66418" y="21283"/>
                  <a:pt x="67830" y="21866"/>
                  <a:pt x="69161" y="22602"/>
                </a:cubicBezTo>
                <a:cubicBezTo>
                  <a:pt x="70352" y="23244"/>
                  <a:pt x="71496" y="23956"/>
                  <a:pt x="72628" y="24679"/>
                </a:cubicBezTo>
                <a:cubicBezTo>
                  <a:pt x="74834" y="26092"/>
                  <a:pt x="77017" y="27527"/>
                  <a:pt x="78955" y="29302"/>
                </a:cubicBezTo>
                <a:cubicBezTo>
                  <a:pt x="80694" y="30878"/>
                  <a:pt x="82223" y="32675"/>
                  <a:pt x="83484" y="34648"/>
                </a:cubicBezTo>
                <a:cubicBezTo>
                  <a:pt x="85188" y="37368"/>
                  <a:pt x="86425" y="40286"/>
                  <a:pt x="87698" y="43204"/>
                </a:cubicBezTo>
                <a:cubicBezTo>
                  <a:pt x="88059" y="44033"/>
                  <a:pt x="88491" y="44838"/>
                  <a:pt x="88993" y="45609"/>
                </a:cubicBezTo>
                <a:cubicBezTo>
                  <a:pt x="89256" y="45993"/>
                  <a:pt x="89586" y="46146"/>
                  <a:pt x="89907" y="46146"/>
                </a:cubicBezTo>
                <a:cubicBezTo>
                  <a:pt x="90387" y="46146"/>
                  <a:pt x="90847" y="45806"/>
                  <a:pt x="91036" y="45387"/>
                </a:cubicBezTo>
                <a:cubicBezTo>
                  <a:pt x="91374" y="44651"/>
                  <a:pt x="91316" y="43881"/>
                  <a:pt x="91223" y="43111"/>
                </a:cubicBezTo>
                <a:cubicBezTo>
                  <a:pt x="91036" y="41523"/>
                  <a:pt x="90499" y="40006"/>
                  <a:pt x="89635" y="38652"/>
                </a:cubicBezTo>
                <a:cubicBezTo>
                  <a:pt x="88783" y="37309"/>
                  <a:pt x="87803" y="36072"/>
                  <a:pt x="86892" y="34753"/>
                </a:cubicBezTo>
                <a:cubicBezTo>
                  <a:pt x="86495" y="34169"/>
                  <a:pt x="86133" y="33562"/>
                  <a:pt x="85795" y="32932"/>
                </a:cubicBezTo>
                <a:cubicBezTo>
                  <a:pt x="85631" y="32640"/>
                  <a:pt x="85491" y="32302"/>
                  <a:pt x="85830" y="32010"/>
                </a:cubicBezTo>
                <a:cubicBezTo>
                  <a:pt x="85953" y="31899"/>
                  <a:pt x="86075" y="31858"/>
                  <a:pt x="86194" y="31858"/>
                </a:cubicBezTo>
                <a:cubicBezTo>
                  <a:pt x="86403" y="31858"/>
                  <a:pt x="86606" y="31983"/>
                  <a:pt x="86799" y="32080"/>
                </a:cubicBezTo>
                <a:cubicBezTo>
                  <a:pt x="87674" y="32512"/>
                  <a:pt x="88340" y="33212"/>
                  <a:pt x="88958" y="33924"/>
                </a:cubicBezTo>
                <a:cubicBezTo>
                  <a:pt x="90546" y="35757"/>
                  <a:pt x="91725" y="37846"/>
                  <a:pt x="92729" y="40029"/>
                </a:cubicBezTo>
                <a:cubicBezTo>
                  <a:pt x="93627" y="42013"/>
                  <a:pt x="94503" y="44009"/>
                  <a:pt x="95448" y="45970"/>
                </a:cubicBezTo>
                <a:cubicBezTo>
                  <a:pt x="95798" y="46647"/>
                  <a:pt x="96230" y="47278"/>
                  <a:pt x="96744" y="47838"/>
                </a:cubicBezTo>
                <a:cubicBezTo>
                  <a:pt x="97027" y="48216"/>
                  <a:pt x="97468" y="48423"/>
                  <a:pt x="97922" y="48423"/>
                </a:cubicBezTo>
                <a:cubicBezTo>
                  <a:pt x="98086" y="48423"/>
                  <a:pt x="98252" y="48396"/>
                  <a:pt x="98413" y="48340"/>
                </a:cubicBezTo>
                <a:cubicBezTo>
                  <a:pt x="99219" y="48095"/>
                  <a:pt x="99475" y="47406"/>
                  <a:pt x="99650" y="46694"/>
                </a:cubicBezTo>
                <a:cubicBezTo>
                  <a:pt x="99931" y="45574"/>
                  <a:pt x="99919" y="44441"/>
                  <a:pt x="99837" y="43286"/>
                </a:cubicBezTo>
                <a:cubicBezTo>
                  <a:pt x="99744" y="41955"/>
                  <a:pt x="99534" y="40624"/>
                  <a:pt x="99230" y="39329"/>
                </a:cubicBezTo>
                <a:cubicBezTo>
                  <a:pt x="98845" y="37613"/>
                  <a:pt x="98296" y="35944"/>
                  <a:pt x="97584" y="34333"/>
                </a:cubicBezTo>
                <a:cubicBezTo>
                  <a:pt x="97223" y="33516"/>
                  <a:pt x="96767" y="32745"/>
                  <a:pt x="96464" y="31916"/>
                </a:cubicBezTo>
                <a:cubicBezTo>
                  <a:pt x="95962" y="30562"/>
                  <a:pt x="95542" y="29173"/>
                  <a:pt x="95110" y="27796"/>
                </a:cubicBezTo>
                <a:cubicBezTo>
                  <a:pt x="94479" y="25765"/>
                  <a:pt x="93931" y="23710"/>
                  <a:pt x="93207" y="21703"/>
                </a:cubicBezTo>
                <a:cubicBezTo>
                  <a:pt x="92542" y="19835"/>
                  <a:pt x="91783" y="17991"/>
                  <a:pt x="90943" y="16205"/>
                </a:cubicBezTo>
                <a:cubicBezTo>
                  <a:pt x="90277" y="14851"/>
                  <a:pt x="89530" y="13543"/>
                  <a:pt x="88701" y="12294"/>
                </a:cubicBezTo>
                <a:cubicBezTo>
                  <a:pt x="87347" y="10182"/>
                  <a:pt x="85701" y="8279"/>
                  <a:pt x="83799" y="6645"/>
                </a:cubicBezTo>
                <a:cubicBezTo>
                  <a:pt x="81791" y="4917"/>
                  <a:pt x="79550" y="3505"/>
                  <a:pt x="77134" y="2419"/>
                </a:cubicBezTo>
                <a:cubicBezTo>
                  <a:pt x="74145" y="1077"/>
                  <a:pt x="70959" y="271"/>
                  <a:pt x="67690" y="50"/>
                </a:cubicBezTo>
                <a:cubicBezTo>
                  <a:pt x="67168" y="11"/>
                  <a:pt x="66643" y="0"/>
                  <a:pt x="6611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45"/>
          <p:cNvSpPr txBox="1"/>
          <p:nvPr>
            <p:ph type="title"/>
          </p:nvPr>
        </p:nvSpPr>
        <p:spPr>
          <a:xfrm>
            <a:off x="439600" y="58037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en-GB" sz="3000"/>
              <a:t>Modelling</a:t>
            </a:r>
            <a:endParaRPr sz="1100"/>
          </a:p>
        </p:txBody>
      </p:sp>
      <p:sp>
        <p:nvSpPr>
          <p:cNvPr id="334" name="Google Shape;334;p45"/>
          <p:cNvSpPr txBox="1"/>
          <p:nvPr>
            <p:ph idx="1" type="body"/>
          </p:nvPr>
        </p:nvSpPr>
        <p:spPr>
          <a:xfrm>
            <a:off x="827350" y="1360200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22860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GB" sz="14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Baseline: Naive, Seasonal Naive, Historic Average</a:t>
            </a:r>
            <a:endParaRPr sz="1100"/>
          </a:p>
          <a:p>
            <a:pPr indent="-22860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GB" sz="14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Statistical: Random Walk, ARIMA, Auto-ARIMA</a:t>
            </a:r>
            <a:endParaRPr sz="1100"/>
          </a:p>
          <a:p>
            <a:pPr indent="-22860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GB" sz="14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ML: Linear, Ridge, Random Forest, Gradient Boosting</a:t>
            </a:r>
            <a:endParaRPr sz="1100"/>
          </a:p>
          <a:p>
            <a:pPr indent="-22860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GB" sz="14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Neural: RNN, MLP, N-Beats, NHITS </a:t>
            </a:r>
            <a:endParaRPr sz="1100"/>
          </a:p>
          <a:p>
            <a:pPr indent="-22860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 sz="1400">
              <a:solidFill>
                <a:schemeClr val="dk1"/>
              </a:solidFill>
              <a:latin typeface="Yusei Magic"/>
              <a:ea typeface="Yusei Magic"/>
              <a:cs typeface="Yusei Magic"/>
              <a:sym typeface="Yusei Magic"/>
            </a:endParaRPr>
          </a:p>
          <a:p>
            <a:pPr indent="-22860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GB" sz="14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Baseline for performance floor</a:t>
            </a:r>
            <a:endParaRPr sz="1100"/>
          </a:p>
          <a:p>
            <a:pPr indent="-22860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GB" sz="14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Statistical to see trend &amp; seasonality</a:t>
            </a:r>
            <a:endParaRPr sz="1100"/>
          </a:p>
          <a:p>
            <a:pPr indent="-22860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GB" sz="14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ML for nonlinearity</a:t>
            </a:r>
            <a:endParaRPr sz="1100"/>
          </a:p>
          <a:p>
            <a:pPr indent="-22860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GB" sz="14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Neural more complex dynamically </a:t>
            </a:r>
            <a:endParaRPr sz="1100"/>
          </a:p>
        </p:txBody>
      </p:sp>
      <p:sp>
        <p:nvSpPr>
          <p:cNvPr id="335" name="Google Shape;335;p45"/>
          <p:cNvSpPr/>
          <p:nvPr/>
        </p:nvSpPr>
        <p:spPr>
          <a:xfrm rot="-2814775">
            <a:off x="1149480" y="3637532"/>
            <a:ext cx="9745579" cy="5418540"/>
          </a:xfrm>
          <a:custGeom>
            <a:rect b="b" l="l" r="r" t="t"/>
            <a:pathLst>
              <a:path extrusionOk="0" h="5171330" w="6869188">
                <a:moveTo>
                  <a:pt x="609600" y="37856"/>
                </a:moveTo>
                <a:lnTo>
                  <a:pt x="609600" y="37856"/>
                </a:lnTo>
                <a:cubicBezTo>
                  <a:pt x="974044" y="8701"/>
                  <a:pt x="1172153" y="-21815"/>
                  <a:pt x="1556084" y="21814"/>
                </a:cubicBezTo>
                <a:cubicBezTo>
                  <a:pt x="1613309" y="28317"/>
                  <a:pt x="1662579" y="65761"/>
                  <a:pt x="1716505" y="85983"/>
                </a:cubicBezTo>
                <a:cubicBezTo>
                  <a:pt x="1790938" y="113895"/>
                  <a:pt x="1868266" y="134330"/>
                  <a:pt x="1941095" y="166193"/>
                </a:cubicBezTo>
                <a:cubicBezTo>
                  <a:pt x="2129828" y="248763"/>
                  <a:pt x="2221881" y="298003"/>
                  <a:pt x="2374232" y="406825"/>
                </a:cubicBezTo>
                <a:cubicBezTo>
                  <a:pt x="2536877" y="523000"/>
                  <a:pt x="2581558" y="553069"/>
                  <a:pt x="2711116" y="695583"/>
                </a:cubicBezTo>
                <a:cubicBezTo>
                  <a:pt x="2772371" y="762964"/>
                  <a:pt x="2826046" y="837003"/>
                  <a:pt x="2887579" y="904130"/>
                </a:cubicBezTo>
                <a:cubicBezTo>
                  <a:pt x="2946400" y="968298"/>
                  <a:pt x="3006923" y="1030947"/>
                  <a:pt x="3064042" y="1096635"/>
                </a:cubicBezTo>
                <a:cubicBezTo>
                  <a:pt x="3113912" y="1153986"/>
                  <a:pt x="3153321" y="1220754"/>
                  <a:pt x="3208421" y="1273099"/>
                </a:cubicBezTo>
                <a:cubicBezTo>
                  <a:pt x="3299180" y="1359320"/>
                  <a:pt x="3483195" y="1463081"/>
                  <a:pt x="3593432" y="1513730"/>
                </a:cubicBezTo>
                <a:cubicBezTo>
                  <a:pt x="3731919" y="1577359"/>
                  <a:pt x="4043926" y="1708823"/>
                  <a:pt x="4219074" y="1754362"/>
                </a:cubicBezTo>
                <a:cubicBezTo>
                  <a:pt x="4385628" y="1797666"/>
                  <a:pt x="4737769" y="1850614"/>
                  <a:pt x="5021179" y="1946867"/>
                </a:cubicBezTo>
                <a:cubicBezTo>
                  <a:pt x="5304589" y="2043120"/>
                  <a:pt x="5830178" y="2295709"/>
                  <a:pt x="5919537" y="2331878"/>
                </a:cubicBezTo>
                <a:cubicBezTo>
                  <a:pt x="6305961" y="2488288"/>
                  <a:pt x="6125410" y="2473583"/>
                  <a:pt x="6272463" y="2604593"/>
                </a:cubicBezTo>
                <a:cubicBezTo>
                  <a:pt x="6419516" y="2735603"/>
                  <a:pt x="6720800" y="2955835"/>
                  <a:pt x="6801853" y="3117941"/>
                </a:cubicBezTo>
                <a:lnTo>
                  <a:pt x="6849979" y="3214193"/>
                </a:lnTo>
                <a:cubicBezTo>
                  <a:pt x="6869549" y="3546892"/>
                  <a:pt x="6892082" y="3717331"/>
                  <a:pt x="6817895" y="4096509"/>
                </a:cubicBezTo>
                <a:cubicBezTo>
                  <a:pt x="6809557" y="4139125"/>
                  <a:pt x="6618921" y="4338774"/>
                  <a:pt x="6593305" y="4353183"/>
                </a:cubicBezTo>
                <a:cubicBezTo>
                  <a:pt x="6392206" y="4466301"/>
                  <a:pt x="5845367" y="4636837"/>
                  <a:pt x="5662863" y="4690067"/>
                </a:cubicBezTo>
                <a:cubicBezTo>
                  <a:pt x="5402969" y="4765869"/>
                  <a:pt x="4808813" y="4918946"/>
                  <a:pt x="4523874" y="4962783"/>
                </a:cubicBezTo>
                <a:cubicBezTo>
                  <a:pt x="4145623" y="5020976"/>
                  <a:pt x="3765806" y="5070299"/>
                  <a:pt x="3384884" y="5107162"/>
                </a:cubicBezTo>
                <a:cubicBezTo>
                  <a:pt x="3219116" y="5123204"/>
                  <a:pt x="3053858" y="5145920"/>
                  <a:pt x="2887579" y="5155288"/>
                </a:cubicBezTo>
                <a:cubicBezTo>
                  <a:pt x="2673956" y="5167323"/>
                  <a:pt x="2459790" y="5165983"/>
                  <a:pt x="2245895" y="5171330"/>
                </a:cubicBezTo>
                <a:cubicBezTo>
                  <a:pt x="1876926" y="5139246"/>
                  <a:pt x="1506691" y="5119378"/>
                  <a:pt x="1138989" y="5075077"/>
                </a:cubicBezTo>
                <a:cubicBezTo>
                  <a:pt x="974851" y="5055301"/>
                  <a:pt x="649255" y="4901189"/>
                  <a:pt x="545432" y="4834446"/>
                </a:cubicBezTo>
                <a:cubicBezTo>
                  <a:pt x="425213" y="4757162"/>
                  <a:pt x="311103" y="4706281"/>
                  <a:pt x="224589" y="4593814"/>
                </a:cubicBezTo>
                <a:cubicBezTo>
                  <a:pt x="198303" y="4559643"/>
                  <a:pt x="180592" y="4519622"/>
                  <a:pt x="160421" y="4481520"/>
                </a:cubicBezTo>
                <a:cubicBezTo>
                  <a:pt x="132448" y="4428682"/>
                  <a:pt x="102415" y="4376608"/>
                  <a:pt x="80211" y="4321099"/>
                </a:cubicBezTo>
                <a:cubicBezTo>
                  <a:pt x="29300" y="4193821"/>
                  <a:pt x="22725" y="4104520"/>
                  <a:pt x="0" y="3968172"/>
                </a:cubicBezTo>
                <a:cubicBezTo>
                  <a:pt x="10695" y="3294404"/>
                  <a:pt x="13242" y="2620457"/>
                  <a:pt x="32084" y="1946867"/>
                </a:cubicBezTo>
                <a:cubicBezTo>
                  <a:pt x="34643" y="1855371"/>
                  <a:pt x="48077" y="1764258"/>
                  <a:pt x="64168" y="1674151"/>
                </a:cubicBezTo>
                <a:cubicBezTo>
                  <a:pt x="101592" y="1464576"/>
                  <a:pt x="128397" y="1251517"/>
                  <a:pt x="192505" y="1048509"/>
                </a:cubicBezTo>
                <a:cubicBezTo>
                  <a:pt x="224589" y="946909"/>
                  <a:pt x="251105" y="843379"/>
                  <a:pt x="288758" y="743709"/>
                </a:cubicBezTo>
                <a:cubicBezTo>
                  <a:pt x="342108" y="602488"/>
                  <a:pt x="397709" y="461639"/>
                  <a:pt x="465221" y="326614"/>
                </a:cubicBezTo>
                <a:cubicBezTo>
                  <a:pt x="486610" y="283835"/>
                  <a:pt x="502165" y="237601"/>
                  <a:pt x="529389" y="198277"/>
                </a:cubicBezTo>
                <a:cubicBezTo>
                  <a:pt x="550912" y="167189"/>
                  <a:pt x="584479" y="146328"/>
                  <a:pt x="609600" y="118067"/>
                </a:cubicBezTo>
                <a:cubicBezTo>
                  <a:pt x="674244" y="45343"/>
                  <a:pt x="626949" y="53899"/>
                  <a:pt x="689811" y="53899"/>
                </a:cubicBezTo>
                <a:lnTo>
                  <a:pt x="609600" y="37856"/>
                </a:lnTo>
                <a:close/>
              </a:path>
            </a:pathLst>
          </a:custGeom>
          <a:solidFill>
            <a:srgbClr val="E2C1AC"/>
          </a:solidFill>
          <a:ln cap="flat" cmpd="sng" w="25400">
            <a:solidFill>
              <a:srgbClr val="E2C1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6" name="Google Shape;336;p45"/>
          <p:cNvGrpSpPr/>
          <p:nvPr/>
        </p:nvGrpSpPr>
        <p:grpSpPr>
          <a:xfrm flipH="1">
            <a:off x="8153508" y="4177578"/>
            <a:ext cx="387749" cy="306391"/>
            <a:chOff x="1101425" y="4597125"/>
            <a:chExt cx="469550" cy="374575"/>
          </a:xfrm>
        </p:grpSpPr>
        <p:sp>
          <p:nvSpPr>
            <p:cNvPr id="337" name="Google Shape;337;p45"/>
            <p:cNvSpPr/>
            <p:nvPr/>
          </p:nvSpPr>
          <p:spPr>
            <a:xfrm>
              <a:off x="1101425" y="4597125"/>
              <a:ext cx="438050" cy="283250"/>
            </a:xfrm>
            <a:custGeom>
              <a:rect b="b" l="l" r="r" t="t"/>
              <a:pathLst>
                <a:path extrusionOk="0" h="11330" w="17522">
                  <a:moveTo>
                    <a:pt x="12099" y="0"/>
                  </a:moveTo>
                  <a:cubicBezTo>
                    <a:pt x="11486" y="0"/>
                    <a:pt x="10870" y="51"/>
                    <a:pt x="10261" y="146"/>
                  </a:cubicBezTo>
                  <a:cubicBezTo>
                    <a:pt x="9607" y="228"/>
                    <a:pt x="8965" y="357"/>
                    <a:pt x="8335" y="532"/>
                  </a:cubicBezTo>
                  <a:cubicBezTo>
                    <a:pt x="7086" y="870"/>
                    <a:pt x="5895" y="1407"/>
                    <a:pt x="4809" y="2119"/>
                  </a:cubicBezTo>
                  <a:cubicBezTo>
                    <a:pt x="3467" y="2971"/>
                    <a:pt x="2276" y="4057"/>
                    <a:pt x="1308" y="5318"/>
                  </a:cubicBezTo>
                  <a:cubicBezTo>
                    <a:pt x="432" y="6438"/>
                    <a:pt x="0" y="7699"/>
                    <a:pt x="199" y="9135"/>
                  </a:cubicBezTo>
                  <a:cubicBezTo>
                    <a:pt x="257" y="9660"/>
                    <a:pt x="409" y="10162"/>
                    <a:pt x="654" y="10640"/>
                  </a:cubicBezTo>
                  <a:cubicBezTo>
                    <a:pt x="829" y="11014"/>
                    <a:pt x="1121" y="11271"/>
                    <a:pt x="1553" y="11306"/>
                  </a:cubicBezTo>
                  <a:cubicBezTo>
                    <a:pt x="1833" y="11329"/>
                    <a:pt x="2101" y="11329"/>
                    <a:pt x="2381" y="11329"/>
                  </a:cubicBezTo>
                  <a:cubicBezTo>
                    <a:pt x="3140" y="11317"/>
                    <a:pt x="3899" y="11177"/>
                    <a:pt x="4623" y="10909"/>
                  </a:cubicBezTo>
                  <a:cubicBezTo>
                    <a:pt x="6269" y="10325"/>
                    <a:pt x="7447" y="9193"/>
                    <a:pt x="8405" y="7769"/>
                  </a:cubicBezTo>
                  <a:cubicBezTo>
                    <a:pt x="8813" y="7162"/>
                    <a:pt x="9257" y="6578"/>
                    <a:pt x="9747" y="6018"/>
                  </a:cubicBezTo>
                  <a:cubicBezTo>
                    <a:pt x="10459" y="5224"/>
                    <a:pt x="11346" y="4594"/>
                    <a:pt x="12338" y="4174"/>
                  </a:cubicBezTo>
                  <a:cubicBezTo>
                    <a:pt x="12969" y="3893"/>
                    <a:pt x="13634" y="3707"/>
                    <a:pt x="14323" y="3602"/>
                  </a:cubicBezTo>
                  <a:cubicBezTo>
                    <a:pt x="15011" y="3497"/>
                    <a:pt x="15712" y="3415"/>
                    <a:pt x="16412" y="3310"/>
                  </a:cubicBezTo>
                  <a:cubicBezTo>
                    <a:pt x="16774" y="3275"/>
                    <a:pt x="17124" y="3193"/>
                    <a:pt x="17521" y="3123"/>
                  </a:cubicBezTo>
                  <a:cubicBezTo>
                    <a:pt x="17439" y="2983"/>
                    <a:pt x="17369" y="2866"/>
                    <a:pt x="17311" y="2761"/>
                  </a:cubicBezTo>
                  <a:cubicBezTo>
                    <a:pt x="16307" y="964"/>
                    <a:pt x="14743" y="100"/>
                    <a:pt x="12724" y="18"/>
                  </a:cubicBezTo>
                  <a:cubicBezTo>
                    <a:pt x="12516" y="6"/>
                    <a:pt x="12308" y="0"/>
                    <a:pt x="120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45"/>
            <p:cNvSpPr/>
            <p:nvPr/>
          </p:nvSpPr>
          <p:spPr>
            <a:xfrm>
              <a:off x="1148975" y="4706625"/>
              <a:ext cx="422000" cy="265075"/>
            </a:xfrm>
            <a:custGeom>
              <a:rect b="b" l="l" r="r" t="t"/>
              <a:pathLst>
                <a:path extrusionOk="0" h="10603" w="16880">
                  <a:moveTo>
                    <a:pt x="15934" y="0"/>
                  </a:moveTo>
                  <a:cubicBezTo>
                    <a:pt x="15911" y="0"/>
                    <a:pt x="15888" y="1"/>
                    <a:pt x="15864" y="4"/>
                  </a:cubicBezTo>
                  <a:cubicBezTo>
                    <a:pt x="15339" y="15"/>
                    <a:pt x="14825" y="62"/>
                    <a:pt x="14312" y="132"/>
                  </a:cubicBezTo>
                  <a:cubicBezTo>
                    <a:pt x="13214" y="296"/>
                    <a:pt x="12141" y="611"/>
                    <a:pt x="11113" y="1054"/>
                  </a:cubicBezTo>
                  <a:cubicBezTo>
                    <a:pt x="10308" y="1428"/>
                    <a:pt x="9561" y="1918"/>
                    <a:pt x="8896" y="2525"/>
                  </a:cubicBezTo>
                  <a:cubicBezTo>
                    <a:pt x="8102" y="3260"/>
                    <a:pt x="7448" y="4148"/>
                    <a:pt x="6970" y="5116"/>
                  </a:cubicBezTo>
                  <a:cubicBezTo>
                    <a:pt x="6573" y="5863"/>
                    <a:pt x="6001" y="6517"/>
                    <a:pt x="5300" y="6996"/>
                  </a:cubicBezTo>
                  <a:cubicBezTo>
                    <a:pt x="4308" y="7661"/>
                    <a:pt x="3188" y="7918"/>
                    <a:pt x="2020" y="8035"/>
                  </a:cubicBezTo>
                  <a:cubicBezTo>
                    <a:pt x="1460" y="8093"/>
                    <a:pt x="900" y="8163"/>
                    <a:pt x="339" y="8233"/>
                  </a:cubicBezTo>
                  <a:cubicBezTo>
                    <a:pt x="246" y="8245"/>
                    <a:pt x="141" y="8256"/>
                    <a:pt x="48" y="8280"/>
                  </a:cubicBezTo>
                  <a:lnTo>
                    <a:pt x="1" y="8361"/>
                  </a:lnTo>
                  <a:cubicBezTo>
                    <a:pt x="409" y="8723"/>
                    <a:pt x="783" y="9108"/>
                    <a:pt x="1203" y="9435"/>
                  </a:cubicBezTo>
                  <a:cubicBezTo>
                    <a:pt x="2160" y="10182"/>
                    <a:pt x="3281" y="10498"/>
                    <a:pt x="4460" y="10568"/>
                  </a:cubicBezTo>
                  <a:cubicBezTo>
                    <a:pt x="4814" y="10591"/>
                    <a:pt x="5167" y="10603"/>
                    <a:pt x="5519" y="10603"/>
                  </a:cubicBezTo>
                  <a:cubicBezTo>
                    <a:pt x="6222" y="10603"/>
                    <a:pt x="6923" y="10556"/>
                    <a:pt x="7623" y="10463"/>
                  </a:cubicBezTo>
                  <a:cubicBezTo>
                    <a:pt x="8569" y="10322"/>
                    <a:pt x="9491" y="10066"/>
                    <a:pt x="10366" y="9715"/>
                  </a:cubicBezTo>
                  <a:cubicBezTo>
                    <a:pt x="11160" y="9389"/>
                    <a:pt x="11907" y="8980"/>
                    <a:pt x="12608" y="8478"/>
                  </a:cubicBezTo>
                  <a:cubicBezTo>
                    <a:pt x="13460" y="7871"/>
                    <a:pt x="14242" y="7147"/>
                    <a:pt x="14930" y="6342"/>
                  </a:cubicBezTo>
                  <a:cubicBezTo>
                    <a:pt x="15409" y="5758"/>
                    <a:pt x="15899" y="5163"/>
                    <a:pt x="16238" y="4474"/>
                  </a:cubicBezTo>
                  <a:cubicBezTo>
                    <a:pt x="16541" y="3879"/>
                    <a:pt x="16728" y="3237"/>
                    <a:pt x="16798" y="2572"/>
                  </a:cubicBezTo>
                  <a:cubicBezTo>
                    <a:pt x="16880" y="1871"/>
                    <a:pt x="16821" y="1183"/>
                    <a:pt x="16611" y="517"/>
                  </a:cubicBezTo>
                  <a:cubicBezTo>
                    <a:pt x="16524" y="213"/>
                    <a:pt x="16246" y="0"/>
                    <a:pt x="159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9" name="Google Shape;339;p45"/>
          <p:cNvGrpSpPr/>
          <p:nvPr/>
        </p:nvGrpSpPr>
        <p:grpSpPr>
          <a:xfrm flipH="1">
            <a:off x="8078002" y="3913709"/>
            <a:ext cx="179299" cy="230912"/>
            <a:chOff x="1454525" y="4245300"/>
            <a:chExt cx="217125" cy="282300"/>
          </a:xfrm>
        </p:grpSpPr>
        <p:sp>
          <p:nvSpPr>
            <p:cNvPr id="340" name="Google Shape;340;p45"/>
            <p:cNvSpPr/>
            <p:nvPr/>
          </p:nvSpPr>
          <p:spPr>
            <a:xfrm>
              <a:off x="1454525" y="4258175"/>
              <a:ext cx="152350" cy="269425"/>
            </a:xfrm>
            <a:custGeom>
              <a:rect b="b" l="l" r="r" t="t"/>
              <a:pathLst>
                <a:path extrusionOk="0" h="10777" w="6094">
                  <a:moveTo>
                    <a:pt x="2335" y="1"/>
                  </a:moveTo>
                  <a:cubicBezTo>
                    <a:pt x="2230" y="24"/>
                    <a:pt x="2136" y="59"/>
                    <a:pt x="2055" y="94"/>
                  </a:cubicBezTo>
                  <a:cubicBezTo>
                    <a:pt x="1634" y="257"/>
                    <a:pt x="1261" y="514"/>
                    <a:pt x="957" y="841"/>
                  </a:cubicBezTo>
                  <a:cubicBezTo>
                    <a:pt x="782" y="1028"/>
                    <a:pt x="642" y="1226"/>
                    <a:pt x="514" y="1448"/>
                  </a:cubicBezTo>
                  <a:cubicBezTo>
                    <a:pt x="421" y="1623"/>
                    <a:pt x="339" y="1822"/>
                    <a:pt x="269" y="2008"/>
                  </a:cubicBezTo>
                  <a:cubicBezTo>
                    <a:pt x="210" y="2183"/>
                    <a:pt x="152" y="2359"/>
                    <a:pt x="129" y="2545"/>
                  </a:cubicBezTo>
                  <a:cubicBezTo>
                    <a:pt x="82" y="2860"/>
                    <a:pt x="47" y="3176"/>
                    <a:pt x="24" y="3491"/>
                  </a:cubicBezTo>
                  <a:cubicBezTo>
                    <a:pt x="0" y="3771"/>
                    <a:pt x="0" y="4051"/>
                    <a:pt x="0" y="4320"/>
                  </a:cubicBezTo>
                  <a:cubicBezTo>
                    <a:pt x="0" y="4541"/>
                    <a:pt x="24" y="4751"/>
                    <a:pt x="59" y="4973"/>
                  </a:cubicBezTo>
                  <a:cubicBezTo>
                    <a:pt x="94" y="5242"/>
                    <a:pt x="129" y="5522"/>
                    <a:pt x="187" y="5790"/>
                  </a:cubicBezTo>
                  <a:cubicBezTo>
                    <a:pt x="280" y="6164"/>
                    <a:pt x="386" y="6537"/>
                    <a:pt x="514" y="6899"/>
                  </a:cubicBezTo>
                  <a:cubicBezTo>
                    <a:pt x="619" y="7203"/>
                    <a:pt x="759" y="7495"/>
                    <a:pt x="911" y="7763"/>
                  </a:cubicBezTo>
                  <a:cubicBezTo>
                    <a:pt x="1063" y="8067"/>
                    <a:pt x="1249" y="8347"/>
                    <a:pt x="1436" y="8638"/>
                  </a:cubicBezTo>
                  <a:cubicBezTo>
                    <a:pt x="1541" y="8802"/>
                    <a:pt x="1646" y="8954"/>
                    <a:pt x="1775" y="9105"/>
                  </a:cubicBezTo>
                  <a:cubicBezTo>
                    <a:pt x="1973" y="9351"/>
                    <a:pt x="2195" y="9572"/>
                    <a:pt x="2393" y="9806"/>
                  </a:cubicBezTo>
                  <a:cubicBezTo>
                    <a:pt x="2603" y="10039"/>
                    <a:pt x="2860" y="10238"/>
                    <a:pt x="3140" y="10389"/>
                  </a:cubicBezTo>
                  <a:cubicBezTo>
                    <a:pt x="3269" y="10459"/>
                    <a:pt x="3397" y="10506"/>
                    <a:pt x="3525" y="10564"/>
                  </a:cubicBezTo>
                  <a:cubicBezTo>
                    <a:pt x="3858" y="10715"/>
                    <a:pt x="4210" y="10776"/>
                    <a:pt x="4572" y="10776"/>
                  </a:cubicBezTo>
                  <a:cubicBezTo>
                    <a:pt x="4605" y="10776"/>
                    <a:pt x="4637" y="10776"/>
                    <a:pt x="4669" y="10775"/>
                  </a:cubicBezTo>
                  <a:cubicBezTo>
                    <a:pt x="4891" y="10751"/>
                    <a:pt x="5113" y="10728"/>
                    <a:pt x="5335" y="10681"/>
                  </a:cubicBezTo>
                  <a:cubicBezTo>
                    <a:pt x="5673" y="10635"/>
                    <a:pt x="5953" y="10366"/>
                    <a:pt x="5988" y="10028"/>
                  </a:cubicBezTo>
                  <a:cubicBezTo>
                    <a:pt x="6070" y="9666"/>
                    <a:pt x="6093" y="9304"/>
                    <a:pt x="6070" y="8930"/>
                  </a:cubicBezTo>
                  <a:cubicBezTo>
                    <a:pt x="6058" y="8580"/>
                    <a:pt x="6000" y="8230"/>
                    <a:pt x="5883" y="7891"/>
                  </a:cubicBezTo>
                  <a:cubicBezTo>
                    <a:pt x="5743" y="7460"/>
                    <a:pt x="5522" y="7051"/>
                    <a:pt x="5253" y="6689"/>
                  </a:cubicBezTo>
                  <a:cubicBezTo>
                    <a:pt x="5031" y="6386"/>
                    <a:pt x="4774" y="6094"/>
                    <a:pt x="4483" y="5849"/>
                  </a:cubicBezTo>
                  <a:cubicBezTo>
                    <a:pt x="4086" y="5545"/>
                    <a:pt x="3724" y="5183"/>
                    <a:pt x="3420" y="4786"/>
                  </a:cubicBezTo>
                  <a:cubicBezTo>
                    <a:pt x="3199" y="4495"/>
                    <a:pt x="3000" y="4191"/>
                    <a:pt x="2825" y="3876"/>
                  </a:cubicBezTo>
                  <a:cubicBezTo>
                    <a:pt x="2650" y="3537"/>
                    <a:pt x="2533" y="3176"/>
                    <a:pt x="2487" y="2802"/>
                  </a:cubicBezTo>
                  <a:cubicBezTo>
                    <a:pt x="2440" y="2405"/>
                    <a:pt x="2393" y="2008"/>
                    <a:pt x="2370" y="1611"/>
                  </a:cubicBezTo>
                  <a:cubicBezTo>
                    <a:pt x="2347" y="1320"/>
                    <a:pt x="2382" y="1039"/>
                    <a:pt x="2382" y="748"/>
                  </a:cubicBezTo>
                  <a:cubicBezTo>
                    <a:pt x="2370" y="503"/>
                    <a:pt x="2347" y="257"/>
                    <a:pt x="2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45"/>
            <p:cNvSpPr/>
            <p:nvPr/>
          </p:nvSpPr>
          <p:spPr>
            <a:xfrm>
              <a:off x="1530400" y="4245300"/>
              <a:ext cx="141250" cy="263000"/>
            </a:xfrm>
            <a:custGeom>
              <a:rect b="b" l="l" r="r" t="t"/>
              <a:pathLst>
                <a:path extrusionOk="0" h="10520" w="5650">
                  <a:moveTo>
                    <a:pt x="913" y="1"/>
                  </a:moveTo>
                  <a:cubicBezTo>
                    <a:pt x="783" y="1"/>
                    <a:pt x="654" y="9"/>
                    <a:pt x="525" y="25"/>
                  </a:cubicBezTo>
                  <a:cubicBezTo>
                    <a:pt x="339" y="49"/>
                    <a:pt x="152" y="107"/>
                    <a:pt x="105" y="317"/>
                  </a:cubicBezTo>
                  <a:cubicBezTo>
                    <a:pt x="47" y="562"/>
                    <a:pt x="24" y="807"/>
                    <a:pt x="12" y="1053"/>
                  </a:cubicBezTo>
                  <a:cubicBezTo>
                    <a:pt x="0" y="1286"/>
                    <a:pt x="12" y="1531"/>
                    <a:pt x="35" y="1765"/>
                  </a:cubicBezTo>
                  <a:cubicBezTo>
                    <a:pt x="70" y="2103"/>
                    <a:pt x="117" y="2430"/>
                    <a:pt x="175" y="2768"/>
                  </a:cubicBezTo>
                  <a:cubicBezTo>
                    <a:pt x="210" y="2955"/>
                    <a:pt x="269" y="3130"/>
                    <a:pt x="315" y="3317"/>
                  </a:cubicBezTo>
                  <a:cubicBezTo>
                    <a:pt x="409" y="3691"/>
                    <a:pt x="561" y="4052"/>
                    <a:pt x="771" y="4379"/>
                  </a:cubicBezTo>
                  <a:cubicBezTo>
                    <a:pt x="899" y="4601"/>
                    <a:pt x="1062" y="4800"/>
                    <a:pt x="1203" y="5010"/>
                  </a:cubicBezTo>
                  <a:cubicBezTo>
                    <a:pt x="1448" y="5336"/>
                    <a:pt x="1751" y="5640"/>
                    <a:pt x="2078" y="5885"/>
                  </a:cubicBezTo>
                  <a:cubicBezTo>
                    <a:pt x="2230" y="6014"/>
                    <a:pt x="2416" y="6095"/>
                    <a:pt x="2557" y="6224"/>
                  </a:cubicBezTo>
                  <a:cubicBezTo>
                    <a:pt x="2825" y="6445"/>
                    <a:pt x="3058" y="6702"/>
                    <a:pt x="3257" y="6994"/>
                  </a:cubicBezTo>
                  <a:cubicBezTo>
                    <a:pt x="3420" y="7251"/>
                    <a:pt x="3549" y="7543"/>
                    <a:pt x="3630" y="7834"/>
                  </a:cubicBezTo>
                  <a:cubicBezTo>
                    <a:pt x="3747" y="8231"/>
                    <a:pt x="3794" y="8628"/>
                    <a:pt x="3782" y="9025"/>
                  </a:cubicBezTo>
                  <a:cubicBezTo>
                    <a:pt x="3771" y="9329"/>
                    <a:pt x="3771" y="9632"/>
                    <a:pt x="3771" y="9936"/>
                  </a:cubicBezTo>
                  <a:lnTo>
                    <a:pt x="3771" y="10484"/>
                  </a:lnTo>
                  <a:lnTo>
                    <a:pt x="3817" y="10519"/>
                  </a:lnTo>
                  <a:cubicBezTo>
                    <a:pt x="3969" y="10391"/>
                    <a:pt x="4132" y="10286"/>
                    <a:pt x="4284" y="10157"/>
                  </a:cubicBezTo>
                  <a:cubicBezTo>
                    <a:pt x="4704" y="9819"/>
                    <a:pt x="5020" y="9375"/>
                    <a:pt x="5218" y="8885"/>
                  </a:cubicBezTo>
                  <a:cubicBezTo>
                    <a:pt x="5358" y="8547"/>
                    <a:pt x="5463" y="8196"/>
                    <a:pt x="5510" y="7834"/>
                  </a:cubicBezTo>
                  <a:cubicBezTo>
                    <a:pt x="5545" y="7601"/>
                    <a:pt x="5568" y="7368"/>
                    <a:pt x="5591" y="7134"/>
                  </a:cubicBezTo>
                  <a:cubicBezTo>
                    <a:pt x="5615" y="6842"/>
                    <a:pt x="5650" y="6550"/>
                    <a:pt x="5650" y="6259"/>
                  </a:cubicBezTo>
                  <a:cubicBezTo>
                    <a:pt x="5650" y="6037"/>
                    <a:pt x="5638" y="5827"/>
                    <a:pt x="5603" y="5605"/>
                  </a:cubicBezTo>
                  <a:cubicBezTo>
                    <a:pt x="5591" y="5336"/>
                    <a:pt x="5545" y="5068"/>
                    <a:pt x="5498" y="4800"/>
                  </a:cubicBezTo>
                  <a:cubicBezTo>
                    <a:pt x="5405" y="4426"/>
                    <a:pt x="5276" y="4064"/>
                    <a:pt x="5160" y="3714"/>
                  </a:cubicBezTo>
                  <a:cubicBezTo>
                    <a:pt x="4949" y="3142"/>
                    <a:pt x="4658" y="2617"/>
                    <a:pt x="4284" y="2150"/>
                  </a:cubicBezTo>
                  <a:cubicBezTo>
                    <a:pt x="3969" y="1753"/>
                    <a:pt x="3630" y="1368"/>
                    <a:pt x="3280" y="1018"/>
                  </a:cubicBezTo>
                  <a:cubicBezTo>
                    <a:pt x="3105" y="842"/>
                    <a:pt x="2907" y="691"/>
                    <a:pt x="2697" y="551"/>
                  </a:cubicBezTo>
                  <a:cubicBezTo>
                    <a:pt x="2451" y="364"/>
                    <a:pt x="2183" y="235"/>
                    <a:pt x="1891" y="154"/>
                  </a:cubicBezTo>
                  <a:cubicBezTo>
                    <a:pt x="1573" y="53"/>
                    <a:pt x="1242" y="1"/>
                    <a:pt x="9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2" name="Google Shape;342;p45"/>
          <p:cNvSpPr/>
          <p:nvPr/>
        </p:nvSpPr>
        <p:spPr>
          <a:xfrm flipH="1" rot="-5400000">
            <a:off x="7292811" y="3258461"/>
            <a:ext cx="2740686" cy="1367265"/>
          </a:xfrm>
          <a:custGeom>
            <a:rect b="b" l="l" r="r" t="t"/>
            <a:pathLst>
              <a:path extrusionOk="0" h="41223" w="83064">
                <a:moveTo>
                  <a:pt x="1958" y="1"/>
                </a:moveTo>
                <a:cubicBezTo>
                  <a:pt x="1411" y="1"/>
                  <a:pt x="865" y="223"/>
                  <a:pt x="467" y="671"/>
                </a:cubicBezTo>
                <a:cubicBezTo>
                  <a:pt x="23" y="1185"/>
                  <a:pt x="0" y="1780"/>
                  <a:pt x="58" y="2387"/>
                </a:cubicBezTo>
                <a:cubicBezTo>
                  <a:pt x="175" y="3391"/>
                  <a:pt x="665" y="4255"/>
                  <a:pt x="1191" y="5095"/>
                </a:cubicBezTo>
                <a:cubicBezTo>
                  <a:pt x="2533" y="7197"/>
                  <a:pt x="4121" y="9146"/>
                  <a:pt x="5906" y="10897"/>
                </a:cubicBezTo>
                <a:cubicBezTo>
                  <a:pt x="6840" y="11819"/>
                  <a:pt x="7832" y="12683"/>
                  <a:pt x="8825" y="13547"/>
                </a:cubicBezTo>
                <a:cubicBezTo>
                  <a:pt x="10821" y="15227"/>
                  <a:pt x="12933" y="16780"/>
                  <a:pt x="15140" y="18181"/>
                </a:cubicBezTo>
                <a:cubicBezTo>
                  <a:pt x="17719" y="19838"/>
                  <a:pt x="20451" y="21216"/>
                  <a:pt x="23171" y="22605"/>
                </a:cubicBezTo>
                <a:cubicBezTo>
                  <a:pt x="24968" y="23538"/>
                  <a:pt x="26766" y="24461"/>
                  <a:pt x="28540" y="25429"/>
                </a:cubicBezTo>
                <a:cubicBezTo>
                  <a:pt x="29112" y="25745"/>
                  <a:pt x="29602" y="26176"/>
                  <a:pt x="30081" y="26620"/>
                </a:cubicBezTo>
                <a:cubicBezTo>
                  <a:pt x="30221" y="26783"/>
                  <a:pt x="30268" y="27017"/>
                  <a:pt x="30209" y="27227"/>
                </a:cubicBezTo>
                <a:cubicBezTo>
                  <a:pt x="30127" y="27402"/>
                  <a:pt x="29859" y="27542"/>
                  <a:pt x="29649" y="27589"/>
                </a:cubicBezTo>
                <a:cubicBezTo>
                  <a:pt x="29582" y="27596"/>
                  <a:pt x="29514" y="27600"/>
                  <a:pt x="29445" y="27600"/>
                </a:cubicBezTo>
                <a:cubicBezTo>
                  <a:pt x="29287" y="27600"/>
                  <a:pt x="29127" y="27579"/>
                  <a:pt x="28972" y="27531"/>
                </a:cubicBezTo>
                <a:cubicBezTo>
                  <a:pt x="28575" y="27437"/>
                  <a:pt x="28190" y="27297"/>
                  <a:pt x="27793" y="27204"/>
                </a:cubicBezTo>
                <a:cubicBezTo>
                  <a:pt x="27428" y="27131"/>
                  <a:pt x="27068" y="27029"/>
                  <a:pt x="26695" y="27029"/>
                </a:cubicBezTo>
                <a:cubicBezTo>
                  <a:pt x="26531" y="27029"/>
                  <a:pt x="26364" y="27049"/>
                  <a:pt x="26194" y="27099"/>
                </a:cubicBezTo>
                <a:cubicBezTo>
                  <a:pt x="25598" y="27285"/>
                  <a:pt x="25237" y="27752"/>
                  <a:pt x="25435" y="28336"/>
                </a:cubicBezTo>
                <a:cubicBezTo>
                  <a:pt x="25587" y="28756"/>
                  <a:pt x="25820" y="29141"/>
                  <a:pt x="26124" y="29468"/>
                </a:cubicBezTo>
                <a:cubicBezTo>
                  <a:pt x="27279" y="30659"/>
                  <a:pt x="28703" y="31453"/>
                  <a:pt x="30268" y="31955"/>
                </a:cubicBezTo>
                <a:cubicBezTo>
                  <a:pt x="32240" y="32597"/>
                  <a:pt x="34260" y="33122"/>
                  <a:pt x="36256" y="33717"/>
                </a:cubicBezTo>
                <a:cubicBezTo>
                  <a:pt x="37108" y="33974"/>
                  <a:pt x="37948" y="34277"/>
                  <a:pt x="38684" y="34814"/>
                </a:cubicBezTo>
                <a:cubicBezTo>
                  <a:pt x="39174" y="35188"/>
                  <a:pt x="39197" y="35772"/>
                  <a:pt x="38684" y="36110"/>
                </a:cubicBezTo>
                <a:cubicBezTo>
                  <a:pt x="38322" y="36344"/>
                  <a:pt x="37925" y="36519"/>
                  <a:pt x="37505" y="36624"/>
                </a:cubicBezTo>
                <a:cubicBezTo>
                  <a:pt x="36862" y="36788"/>
                  <a:pt x="36214" y="36848"/>
                  <a:pt x="35560" y="36848"/>
                </a:cubicBezTo>
                <a:cubicBezTo>
                  <a:pt x="35241" y="36848"/>
                  <a:pt x="34920" y="36833"/>
                  <a:pt x="34598" y="36810"/>
                </a:cubicBezTo>
                <a:cubicBezTo>
                  <a:pt x="33081" y="36717"/>
                  <a:pt x="31587" y="36425"/>
                  <a:pt x="30139" y="35947"/>
                </a:cubicBezTo>
                <a:cubicBezTo>
                  <a:pt x="27921" y="35188"/>
                  <a:pt x="25703" y="34406"/>
                  <a:pt x="23521" y="33542"/>
                </a:cubicBezTo>
                <a:cubicBezTo>
                  <a:pt x="21922" y="32912"/>
                  <a:pt x="20381" y="32141"/>
                  <a:pt x="18828" y="31406"/>
                </a:cubicBezTo>
                <a:cubicBezTo>
                  <a:pt x="18268" y="31149"/>
                  <a:pt x="17766" y="30787"/>
                  <a:pt x="17194" y="30589"/>
                </a:cubicBezTo>
                <a:cubicBezTo>
                  <a:pt x="16991" y="30519"/>
                  <a:pt x="16792" y="30485"/>
                  <a:pt x="16606" y="30485"/>
                </a:cubicBezTo>
                <a:cubicBezTo>
                  <a:pt x="15895" y="30485"/>
                  <a:pt x="15362" y="30982"/>
                  <a:pt x="15408" y="31861"/>
                </a:cubicBezTo>
                <a:cubicBezTo>
                  <a:pt x="15420" y="32176"/>
                  <a:pt x="15502" y="32503"/>
                  <a:pt x="15642" y="32795"/>
                </a:cubicBezTo>
                <a:cubicBezTo>
                  <a:pt x="16062" y="33740"/>
                  <a:pt x="16809" y="34429"/>
                  <a:pt x="17673" y="34943"/>
                </a:cubicBezTo>
                <a:cubicBezTo>
                  <a:pt x="18758" y="35608"/>
                  <a:pt x="19890" y="36215"/>
                  <a:pt x="21034" y="36775"/>
                </a:cubicBezTo>
                <a:cubicBezTo>
                  <a:pt x="23439" y="37931"/>
                  <a:pt x="25937" y="38853"/>
                  <a:pt x="28517" y="39530"/>
                </a:cubicBezTo>
                <a:cubicBezTo>
                  <a:pt x="30513" y="40067"/>
                  <a:pt x="32544" y="40487"/>
                  <a:pt x="34563" y="40919"/>
                </a:cubicBezTo>
                <a:cubicBezTo>
                  <a:pt x="35287" y="41094"/>
                  <a:pt x="36034" y="41199"/>
                  <a:pt x="36781" y="41211"/>
                </a:cubicBezTo>
                <a:cubicBezTo>
                  <a:pt x="52072" y="41223"/>
                  <a:pt x="67375" y="41223"/>
                  <a:pt x="82667" y="41223"/>
                </a:cubicBezTo>
                <a:lnTo>
                  <a:pt x="83063" y="41223"/>
                </a:lnTo>
                <a:lnTo>
                  <a:pt x="83063" y="13967"/>
                </a:lnTo>
                <a:cubicBezTo>
                  <a:pt x="81908" y="14200"/>
                  <a:pt x="80799" y="14375"/>
                  <a:pt x="79690" y="14644"/>
                </a:cubicBezTo>
                <a:cubicBezTo>
                  <a:pt x="77846" y="15076"/>
                  <a:pt x="76013" y="15531"/>
                  <a:pt x="74192" y="16033"/>
                </a:cubicBezTo>
                <a:cubicBezTo>
                  <a:pt x="72219" y="16558"/>
                  <a:pt x="70247" y="17130"/>
                  <a:pt x="68286" y="17702"/>
                </a:cubicBezTo>
                <a:cubicBezTo>
                  <a:pt x="66430" y="18251"/>
                  <a:pt x="64585" y="18846"/>
                  <a:pt x="62730" y="19383"/>
                </a:cubicBezTo>
                <a:cubicBezTo>
                  <a:pt x="60920" y="19920"/>
                  <a:pt x="59088" y="20410"/>
                  <a:pt x="57278" y="20924"/>
                </a:cubicBezTo>
                <a:cubicBezTo>
                  <a:pt x="55796" y="21344"/>
                  <a:pt x="54278" y="21577"/>
                  <a:pt x="52749" y="21589"/>
                </a:cubicBezTo>
                <a:cubicBezTo>
                  <a:pt x="52598" y="21593"/>
                  <a:pt x="52446" y="21594"/>
                  <a:pt x="52295" y="21594"/>
                </a:cubicBezTo>
                <a:cubicBezTo>
                  <a:pt x="50941" y="21594"/>
                  <a:pt x="49588" y="21455"/>
                  <a:pt x="48255" y="21192"/>
                </a:cubicBezTo>
                <a:cubicBezTo>
                  <a:pt x="46703" y="20877"/>
                  <a:pt x="45150" y="20527"/>
                  <a:pt x="43598" y="20188"/>
                </a:cubicBezTo>
                <a:cubicBezTo>
                  <a:pt x="42839" y="20025"/>
                  <a:pt x="42080" y="19815"/>
                  <a:pt x="41310" y="19721"/>
                </a:cubicBezTo>
                <a:cubicBezTo>
                  <a:pt x="41236" y="19713"/>
                  <a:pt x="41162" y="19709"/>
                  <a:pt x="41090" y="19709"/>
                </a:cubicBezTo>
                <a:cubicBezTo>
                  <a:pt x="40278" y="19709"/>
                  <a:pt x="39629" y="20244"/>
                  <a:pt x="39758" y="21134"/>
                </a:cubicBezTo>
                <a:cubicBezTo>
                  <a:pt x="39851" y="21647"/>
                  <a:pt x="40213" y="21928"/>
                  <a:pt x="40633" y="22173"/>
                </a:cubicBezTo>
                <a:cubicBezTo>
                  <a:pt x="41088" y="22395"/>
                  <a:pt x="41520" y="22663"/>
                  <a:pt x="41929" y="22955"/>
                </a:cubicBezTo>
                <a:cubicBezTo>
                  <a:pt x="42255" y="23223"/>
                  <a:pt x="42255" y="23620"/>
                  <a:pt x="41929" y="23889"/>
                </a:cubicBezTo>
                <a:cubicBezTo>
                  <a:pt x="41532" y="24215"/>
                  <a:pt x="41088" y="24484"/>
                  <a:pt x="40610" y="24671"/>
                </a:cubicBezTo>
                <a:cubicBezTo>
                  <a:pt x="39805" y="24960"/>
                  <a:pt x="38980" y="25081"/>
                  <a:pt x="38137" y="25081"/>
                </a:cubicBezTo>
                <a:cubicBezTo>
                  <a:pt x="37720" y="25081"/>
                  <a:pt x="37299" y="25052"/>
                  <a:pt x="36874" y="24998"/>
                </a:cubicBezTo>
                <a:cubicBezTo>
                  <a:pt x="35812" y="24869"/>
                  <a:pt x="34762" y="24706"/>
                  <a:pt x="33793" y="24286"/>
                </a:cubicBezTo>
                <a:cubicBezTo>
                  <a:pt x="31295" y="23223"/>
                  <a:pt x="28820" y="22138"/>
                  <a:pt x="26392" y="20947"/>
                </a:cubicBezTo>
                <a:cubicBezTo>
                  <a:pt x="24606" y="20083"/>
                  <a:pt x="22879" y="19091"/>
                  <a:pt x="21174" y="18064"/>
                </a:cubicBezTo>
                <a:cubicBezTo>
                  <a:pt x="18070" y="16208"/>
                  <a:pt x="15210" y="13990"/>
                  <a:pt x="12630" y="11457"/>
                </a:cubicBezTo>
                <a:cubicBezTo>
                  <a:pt x="11533" y="10383"/>
                  <a:pt x="10471" y="9274"/>
                  <a:pt x="9455" y="8119"/>
                </a:cubicBezTo>
                <a:cubicBezTo>
                  <a:pt x="8229" y="6753"/>
                  <a:pt x="7062" y="5341"/>
                  <a:pt x="5918" y="3916"/>
                </a:cubicBezTo>
                <a:cubicBezTo>
                  <a:pt x="5089" y="2889"/>
                  <a:pt x="4354" y="1792"/>
                  <a:pt x="3549" y="776"/>
                </a:cubicBezTo>
                <a:cubicBezTo>
                  <a:pt x="3142" y="261"/>
                  <a:pt x="2550" y="1"/>
                  <a:pt x="195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6"/>
          <p:cNvSpPr txBox="1"/>
          <p:nvPr>
            <p:ph type="title"/>
          </p:nvPr>
        </p:nvSpPr>
        <p:spPr>
          <a:xfrm>
            <a:off x="3364950" y="1529900"/>
            <a:ext cx="2414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en-GB" sz="3000"/>
              <a:t>Evaluation</a:t>
            </a:r>
            <a:endParaRPr sz="1100"/>
          </a:p>
        </p:txBody>
      </p:sp>
      <p:sp>
        <p:nvSpPr>
          <p:cNvPr id="348" name="Google Shape;348;p46"/>
          <p:cNvSpPr txBox="1"/>
          <p:nvPr>
            <p:ph idx="1" type="body"/>
          </p:nvPr>
        </p:nvSpPr>
        <p:spPr>
          <a:xfrm>
            <a:off x="2506200" y="2217800"/>
            <a:ext cx="4131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228600" lvl="0" marL="3429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GB" sz="15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Time-based split for</a:t>
            </a:r>
            <a:r>
              <a:rPr lang="en-GB" sz="1100"/>
              <a:t> </a:t>
            </a:r>
            <a:r>
              <a:rPr lang="en-GB" sz="15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Train, Val, Test splits</a:t>
            </a:r>
            <a:endParaRPr sz="1100"/>
          </a:p>
          <a:p>
            <a:pPr indent="-228600" lvl="0" marL="3429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GB" sz="15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Metrics: MAE, RMSE, MAPE, R2, OPE</a:t>
            </a:r>
            <a:endParaRPr sz="1100"/>
          </a:p>
          <a:p>
            <a:pPr indent="-228600" lvl="0" marL="3429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GB" sz="15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Visual forecast comparison</a:t>
            </a:r>
            <a:endParaRPr sz="1100"/>
          </a:p>
        </p:txBody>
      </p:sp>
      <p:sp>
        <p:nvSpPr>
          <p:cNvPr id="349" name="Google Shape;349;p46"/>
          <p:cNvSpPr/>
          <p:nvPr/>
        </p:nvSpPr>
        <p:spPr>
          <a:xfrm>
            <a:off x="-3026695" y="2394210"/>
            <a:ext cx="9548171" cy="6115098"/>
          </a:xfrm>
          <a:custGeom>
            <a:rect b="b" l="l" r="r" t="t"/>
            <a:pathLst>
              <a:path extrusionOk="0" h="5171330" w="6869188">
                <a:moveTo>
                  <a:pt x="609600" y="37856"/>
                </a:moveTo>
                <a:lnTo>
                  <a:pt x="609600" y="37856"/>
                </a:lnTo>
                <a:cubicBezTo>
                  <a:pt x="974044" y="8701"/>
                  <a:pt x="1172153" y="-21815"/>
                  <a:pt x="1556084" y="21814"/>
                </a:cubicBezTo>
                <a:cubicBezTo>
                  <a:pt x="1613309" y="28317"/>
                  <a:pt x="1662579" y="65761"/>
                  <a:pt x="1716505" y="85983"/>
                </a:cubicBezTo>
                <a:cubicBezTo>
                  <a:pt x="1790938" y="113895"/>
                  <a:pt x="1868266" y="134330"/>
                  <a:pt x="1941095" y="166193"/>
                </a:cubicBezTo>
                <a:cubicBezTo>
                  <a:pt x="2129828" y="248763"/>
                  <a:pt x="2221881" y="298003"/>
                  <a:pt x="2374232" y="406825"/>
                </a:cubicBezTo>
                <a:cubicBezTo>
                  <a:pt x="2536877" y="523000"/>
                  <a:pt x="2581558" y="553069"/>
                  <a:pt x="2711116" y="695583"/>
                </a:cubicBezTo>
                <a:cubicBezTo>
                  <a:pt x="2772371" y="762964"/>
                  <a:pt x="2826046" y="837003"/>
                  <a:pt x="2887579" y="904130"/>
                </a:cubicBezTo>
                <a:cubicBezTo>
                  <a:pt x="2946400" y="968298"/>
                  <a:pt x="3006923" y="1030947"/>
                  <a:pt x="3064042" y="1096635"/>
                </a:cubicBezTo>
                <a:cubicBezTo>
                  <a:pt x="3113912" y="1153986"/>
                  <a:pt x="3153321" y="1220754"/>
                  <a:pt x="3208421" y="1273099"/>
                </a:cubicBezTo>
                <a:cubicBezTo>
                  <a:pt x="3299180" y="1359320"/>
                  <a:pt x="3483195" y="1463081"/>
                  <a:pt x="3593432" y="1513730"/>
                </a:cubicBezTo>
                <a:cubicBezTo>
                  <a:pt x="3731919" y="1577359"/>
                  <a:pt x="4043926" y="1708823"/>
                  <a:pt x="4219074" y="1754362"/>
                </a:cubicBezTo>
                <a:cubicBezTo>
                  <a:pt x="4385628" y="1797666"/>
                  <a:pt x="4737769" y="1850614"/>
                  <a:pt x="5021179" y="1946867"/>
                </a:cubicBezTo>
                <a:cubicBezTo>
                  <a:pt x="5304589" y="2043120"/>
                  <a:pt x="5830178" y="2295709"/>
                  <a:pt x="5919537" y="2331878"/>
                </a:cubicBezTo>
                <a:cubicBezTo>
                  <a:pt x="6305961" y="2488288"/>
                  <a:pt x="6125410" y="2473583"/>
                  <a:pt x="6272463" y="2604593"/>
                </a:cubicBezTo>
                <a:cubicBezTo>
                  <a:pt x="6419516" y="2735603"/>
                  <a:pt x="6720800" y="2955835"/>
                  <a:pt x="6801853" y="3117941"/>
                </a:cubicBezTo>
                <a:lnTo>
                  <a:pt x="6849979" y="3214193"/>
                </a:lnTo>
                <a:cubicBezTo>
                  <a:pt x="6869549" y="3546892"/>
                  <a:pt x="6892082" y="3717331"/>
                  <a:pt x="6817895" y="4096509"/>
                </a:cubicBezTo>
                <a:cubicBezTo>
                  <a:pt x="6809557" y="4139125"/>
                  <a:pt x="6618921" y="4338774"/>
                  <a:pt x="6593305" y="4353183"/>
                </a:cubicBezTo>
                <a:cubicBezTo>
                  <a:pt x="6392206" y="4466301"/>
                  <a:pt x="5845367" y="4636837"/>
                  <a:pt x="5662863" y="4690067"/>
                </a:cubicBezTo>
                <a:cubicBezTo>
                  <a:pt x="5402969" y="4765869"/>
                  <a:pt x="4808813" y="4918946"/>
                  <a:pt x="4523874" y="4962783"/>
                </a:cubicBezTo>
                <a:cubicBezTo>
                  <a:pt x="4145623" y="5020976"/>
                  <a:pt x="3765806" y="5070299"/>
                  <a:pt x="3384884" y="5107162"/>
                </a:cubicBezTo>
                <a:cubicBezTo>
                  <a:pt x="3219116" y="5123204"/>
                  <a:pt x="3053858" y="5145920"/>
                  <a:pt x="2887579" y="5155288"/>
                </a:cubicBezTo>
                <a:cubicBezTo>
                  <a:pt x="2673956" y="5167323"/>
                  <a:pt x="2459790" y="5165983"/>
                  <a:pt x="2245895" y="5171330"/>
                </a:cubicBezTo>
                <a:cubicBezTo>
                  <a:pt x="1876926" y="5139246"/>
                  <a:pt x="1506691" y="5119378"/>
                  <a:pt x="1138989" y="5075077"/>
                </a:cubicBezTo>
                <a:cubicBezTo>
                  <a:pt x="974851" y="5055301"/>
                  <a:pt x="649255" y="4901189"/>
                  <a:pt x="545432" y="4834446"/>
                </a:cubicBezTo>
                <a:cubicBezTo>
                  <a:pt x="425213" y="4757162"/>
                  <a:pt x="311103" y="4706281"/>
                  <a:pt x="224589" y="4593814"/>
                </a:cubicBezTo>
                <a:cubicBezTo>
                  <a:pt x="198303" y="4559643"/>
                  <a:pt x="180592" y="4519622"/>
                  <a:pt x="160421" y="4481520"/>
                </a:cubicBezTo>
                <a:cubicBezTo>
                  <a:pt x="132448" y="4428682"/>
                  <a:pt x="102415" y="4376608"/>
                  <a:pt x="80211" y="4321099"/>
                </a:cubicBezTo>
                <a:cubicBezTo>
                  <a:pt x="29300" y="4193821"/>
                  <a:pt x="22725" y="4104520"/>
                  <a:pt x="0" y="3968172"/>
                </a:cubicBezTo>
                <a:cubicBezTo>
                  <a:pt x="10695" y="3294404"/>
                  <a:pt x="13242" y="2620457"/>
                  <a:pt x="32084" y="1946867"/>
                </a:cubicBezTo>
                <a:cubicBezTo>
                  <a:pt x="34643" y="1855371"/>
                  <a:pt x="48077" y="1764258"/>
                  <a:pt x="64168" y="1674151"/>
                </a:cubicBezTo>
                <a:cubicBezTo>
                  <a:pt x="101592" y="1464576"/>
                  <a:pt x="128397" y="1251517"/>
                  <a:pt x="192505" y="1048509"/>
                </a:cubicBezTo>
                <a:cubicBezTo>
                  <a:pt x="224589" y="946909"/>
                  <a:pt x="251105" y="843379"/>
                  <a:pt x="288758" y="743709"/>
                </a:cubicBezTo>
                <a:cubicBezTo>
                  <a:pt x="342108" y="602488"/>
                  <a:pt x="397709" y="461639"/>
                  <a:pt x="465221" y="326614"/>
                </a:cubicBezTo>
                <a:cubicBezTo>
                  <a:pt x="486610" y="283835"/>
                  <a:pt x="502165" y="237601"/>
                  <a:pt x="529389" y="198277"/>
                </a:cubicBezTo>
                <a:cubicBezTo>
                  <a:pt x="550912" y="167189"/>
                  <a:pt x="584479" y="146328"/>
                  <a:pt x="609600" y="118067"/>
                </a:cubicBezTo>
                <a:cubicBezTo>
                  <a:pt x="674244" y="45343"/>
                  <a:pt x="626949" y="53899"/>
                  <a:pt x="689811" y="53899"/>
                </a:cubicBezTo>
                <a:lnTo>
                  <a:pt x="609600" y="37856"/>
                </a:lnTo>
                <a:close/>
              </a:path>
            </a:pathLst>
          </a:custGeom>
          <a:solidFill>
            <a:srgbClr val="E2C1AC"/>
          </a:solidFill>
          <a:ln cap="flat" cmpd="sng" w="25400">
            <a:solidFill>
              <a:srgbClr val="E2C1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46"/>
          <p:cNvSpPr/>
          <p:nvPr/>
        </p:nvSpPr>
        <p:spPr>
          <a:xfrm flipH="1" rot="10800000">
            <a:off x="-885825" y="3486149"/>
            <a:ext cx="4307015" cy="1847329"/>
          </a:xfrm>
          <a:custGeom>
            <a:rect b="b" l="l" r="r" t="t"/>
            <a:pathLst>
              <a:path extrusionOk="0" h="24479" w="81138">
                <a:moveTo>
                  <a:pt x="0" y="1"/>
                </a:moveTo>
                <a:lnTo>
                  <a:pt x="0" y="24479"/>
                </a:lnTo>
                <a:cubicBezTo>
                  <a:pt x="444" y="24199"/>
                  <a:pt x="876" y="23918"/>
                  <a:pt x="1319" y="23650"/>
                </a:cubicBezTo>
                <a:cubicBezTo>
                  <a:pt x="3327" y="22389"/>
                  <a:pt x="5603" y="21619"/>
                  <a:pt x="7973" y="21420"/>
                </a:cubicBezTo>
                <a:cubicBezTo>
                  <a:pt x="8378" y="21385"/>
                  <a:pt x="8783" y="21368"/>
                  <a:pt x="9188" y="21368"/>
                </a:cubicBezTo>
                <a:cubicBezTo>
                  <a:pt x="10135" y="21368"/>
                  <a:pt x="11079" y="21462"/>
                  <a:pt x="12011" y="21642"/>
                </a:cubicBezTo>
                <a:cubicBezTo>
                  <a:pt x="13949" y="22027"/>
                  <a:pt x="15899" y="22413"/>
                  <a:pt x="17813" y="22891"/>
                </a:cubicBezTo>
                <a:cubicBezTo>
                  <a:pt x="20241" y="23498"/>
                  <a:pt x="22680" y="24058"/>
                  <a:pt x="25190" y="24257"/>
                </a:cubicBezTo>
                <a:cubicBezTo>
                  <a:pt x="25656" y="24288"/>
                  <a:pt x="26122" y="24303"/>
                  <a:pt x="26587" y="24303"/>
                </a:cubicBezTo>
                <a:cubicBezTo>
                  <a:pt x="29645" y="24303"/>
                  <a:pt x="32678" y="23641"/>
                  <a:pt x="35474" y="22354"/>
                </a:cubicBezTo>
                <a:cubicBezTo>
                  <a:pt x="38053" y="21152"/>
                  <a:pt x="40458" y="19588"/>
                  <a:pt x="42606" y="17720"/>
                </a:cubicBezTo>
                <a:cubicBezTo>
                  <a:pt x="44147" y="16401"/>
                  <a:pt x="45594" y="14977"/>
                  <a:pt x="47135" y="13670"/>
                </a:cubicBezTo>
                <a:cubicBezTo>
                  <a:pt x="48641" y="12386"/>
                  <a:pt x="50193" y="11148"/>
                  <a:pt x="51781" y="9981"/>
                </a:cubicBezTo>
                <a:cubicBezTo>
                  <a:pt x="53893" y="8452"/>
                  <a:pt x="56100" y="7063"/>
                  <a:pt x="58399" y="5849"/>
                </a:cubicBezTo>
                <a:cubicBezTo>
                  <a:pt x="60897" y="4483"/>
                  <a:pt x="63477" y="3281"/>
                  <a:pt x="66138" y="2265"/>
                </a:cubicBezTo>
                <a:cubicBezTo>
                  <a:pt x="67749" y="1647"/>
                  <a:pt x="69395" y="1098"/>
                  <a:pt x="71041" y="549"/>
                </a:cubicBezTo>
                <a:cubicBezTo>
                  <a:pt x="71543" y="374"/>
                  <a:pt x="72080" y="164"/>
                  <a:pt x="72605" y="164"/>
                </a:cubicBezTo>
                <a:cubicBezTo>
                  <a:pt x="73825" y="149"/>
                  <a:pt x="75044" y="145"/>
                  <a:pt x="76262" y="145"/>
                </a:cubicBezTo>
                <a:cubicBezTo>
                  <a:pt x="77886" y="145"/>
                  <a:pt x="79510" y="153"/>
                  <a:pt x="81138" y="153"/>
                </a:cubicBezTo>
                <a:lnTo>
                  <a:pt x="8113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46"/>
          <p:cNvSpPr/>
          <p:nvPr/>
        </p:nvSpPr>
        <p:spPr>
          <a:xfrm flipH="1" rot="-9294980">
            <a:off x="-649130" y="3437493"/>
            <a:ext cx="2784587" cy="2271643"/>
          </a:xfrm>
          <a:custGeom>
            <a:rect b="b" l="l" r="r" t="t"/>
            <a:pathLst>
              <a:path extrusionOk="0" h="35183" w="57186">
                <a:moveTo>
                  <a:pt x="12829" y="1"/>
                </a:moveTo>
                <a:cubicBezTo>
                  <a:pt x="11872" y="71"/>
                  <a:pt x="10646" y="141"/>
                  <a:pt x="9409" y="257"/>
                </a:cubicBezTo>
                <a:cubicBezTo>
                  <a:pt x="7856" y="397"/>
                  <a:pt x="6350" y="818"/>
                  <a:pt x="4950" y="1506"/>
                </a:cubicBezTo>
                <a:cubicBezTo>
                  <a:pt x="3129" y="2417"/>
                  <a:pt x="1728" y="3748"/>
                  <a:pt x="911" y="5627"/>
                </a:cubicBezTo>
                <a:cubicBezTo>
                  <a:pt x="257" y="7156"/>
                  <a:pt x="0" y="8814"/>
                  <a:pt x="175" y="10471"/>
                </a:cubicBezTo>
                <a:cubicBezTo>
                  <a:pt x="292" y="11907"/>
                  <a:pt x="701" y="13319"/>
                  <a:pt x="1378" y="14592"/>
                </a:cubicBezTo>
                <a:cubicBezTo>
                  <a:pt x="1751" y="15339"/>
                  <a:pt x="2277" y="15981"/>
                  <a:pt x="2930" y="16494"/>
                </a:cubicBezTo>
                <a:cubicBezTo>
                  <a:pt x="4031" y="17306"/>
                  <a:pt x="5364" y="17747"/>
                  <a:pt x="6728" y="17747"/>
                </a:cubicBezTo>
                <a:cubicBezTo>
                  <a:pt x="6797" y="17747"/>
                  <a:pt x="6865" y="17745"/>
                  <a:pt x="6934" y="17743"/>
                </a:cubicBezTo>
                <a:cubicBezTo>
                  <a:pt x="7880" y="17720"/>
                  <a:pt x="8825" y="17486"/>
                  <a:pt x="9759" y="17346"/>
                </a:cubicBezTo>
                <a:cubicBezTo>
                  <a:pt x="10774" y="17183"/>
                  <a:pt x="11802" y="16926"/>
                  <a:pt x="12817" y="16844"/>
                </a:cubicBezTo>
                <a:cubicBezTo>
                  <a:pt x="13199" y="16810"/>
                  <a:pt x="13579" y="16794"/>
                  <a:pt x="13957" y="16794"/>
                </a:cubicBezTo>
                <a:cubicBezTo>
                  <a:pt x="15522" y="16794"/>
                  <a:pt x="17058" y="17075"/>
                  <a:pt x="18572" y="17545"/>
                </a:cubicBezTo>
                <a:cubicBezTo>
                  <a:pt x="20544" y="18152"/>
                  <a:pt x="22389" y="18981"/>
                  <a:pt x="23965" y="20346"/>
                </a:cubicBezTo>
                <a:cubicBezTo>
                  <a:pt x="25109" y="21338"/>
                  <a:pt x="26217" y="22377"/>
                  <a:pt x="27315" y="23440"/>
                </a:cubicBezTo>
                <a:cubicBezTo>
                  <a:pt x="28003" y="24105"/>
                  <a:pt x="28645" y="24817"/>
                  <a:pt x="29252" y="25552"/>
                </a:cubicBezTo>
                <a:cubicBezTo>
                  <a:pt x="29964" y="26404"/>
                  <a:pt x="30816" y="27035"/>
                  <a:pt x="31890" y="27292"/>
                </a:cubicBezTo>
                <a:cubicBezTo>
                  <a:pt x="32087" y="27337"/>
                  <a:pt x="32281" y="27365"/>
                  <a:pt x="32463" y="27365"/>
                </a:cubicBezTo>
                <a:cubicBezTo>
                  <a:pt x="33069" y="27365"/>
                  <a:pt x="33540" y="27056"/>
                  <a:pt x="33513" y="26078"/>
                </a:cubicBezTo>
                <a:cubicBezTo>
                  <a:pt x="33501" y="25482"/>
                  <a:pt x="33338" y="24887"/>
                  <a:pt x="33279" y="24292"/>
                </a:cubicBezTo>
                <a:cubicBezTo>
                  <a:pt x="33198" y="23603"/>
                  <a:pt x="33174" y="22914"/>
                  <a:pt x="33198" y="22226"/>
                </a:cubicBezTo>
                <a:cubicBezTo>
                  <a:pt x="33247" y="21648"/>
                  <a:pt x="33545" y="21325"/>
                  <a:pt x="33962" y="21325"/>
                </a:cubicBezTo>
                <a:cubicBezTo>
                  <a:pt x="34144" y="21325"/>
                  <a:pt x="34348" y="21386"/>
                  <a:pt x="34563" y="21514"/>
                </a:cubicBezTo>
                <a:cubicBezTo>
                  <a:pt x="35159" y="21852"/>
                  <a:pt x="35707" y="22261"/>
                  <a:pt x="36221" y="22728"/>
                </a:cubicBezTo>
                <a:cubicBezTo>
                  <a:pt x="37365" y="23848"/>
                  <a:pt x="38357" y="25120"/>
                  <a:pt x="39186" y="26498"/>
                </a:cubicBezTo>
                <a:cubicBezTo>
                  <a:pt x="40073" y="27934"/>
                  <a:pt x="40890" y="29439"/>
                  <a:pt x="41754" y="30898"/>
                </a:cubicBezTo>
                <a:cubicBezTo>
                  <a:pt x="42513" y="32206"/>
                  <a:pt x="43330" y="33478"/>
                  <a:pt x="44462" y="34505"/>
                </a:cubicBezTo>
                <a:cubicBezTo>
                  <a:pt x="44754" y="34762"/>
                  <a:pt x="45104" y="34972"/>
                  <a:pt x="45466" y="35112"/>
                </a:cubicBezTo>
                <a:cubicBezTo>
                  <a:pt x="45587" y="35160"/>
                  <a:pt x="45698" y="35183"/>
                  <a:pt x="45800" y="35183"/>
                </a:cubicBezTo>
                <a:cubicBezTo>
                  <a:pt x="46122" y="35183"/>
                  <a:pt x="46351" y="34957"/>
                  <a:pt x="46493" y="34575"/>
                </a:cubicBezTo>
                <a:cubicBezTo>
                  <a:pt x="46656" y="34097"/>
                  <a:pt x="46563" y="33630"/>
                  <a:pt x="46400" y="33198"/>
                </a:cubicBezTo>
                <a:cubicBezTo>
                  <a:pt x="45711" y="31389"/>
                  <a:pt x="44742" y="29743"/>
                  <a:pt x="43668" y="28155"/>
                </a:cubicBezTo>
                <a:cubicBezTo>
                  <a:pt x="43330" y="27665"/>
                  <a:pt x="43026" y="27163"/>
                  <a:pt x="42746" y="26650"/>
                </a:cubicBezTo>
                <a:cubicBezTo>
                  <a:pt x="42594" y="26369"/>
                  <a:pt x="42548" y="26031"/>
                  <a:pt x="42793" y="25774"/>
                </a:cubicBezTo>
                <a:cubicBezTo>
                  <a:pt x="42924" y="25630"/>
                  <a:pt x="43086" y="25560"/>
                  <a:pt x="43263" y="25560"/>
                </a:cubicBezTo>
                <a:cubicBezTo>
                  <a:pt x="43416" y="25560"/>
                  <a:pt x="43582" y="25613"/>
                  <a:pt x="43750" y="25716"/>
                </a:cubicBezTo>
                <a:cubicBezTo>
                  <a:pt x="43983" y="25867"/>
                  <a:pt x="44193" y="26054"/>
                  <a:pt x="44415" y="26206"/>
                </a:cubicBezTo>
                <a:cubicBezTo>
                  <a:pt x="44859" y="26521"/>
                  <a:pt x="45267" y="26930"/>
                  <a:pt x="45758" y="27105"/>
                </a:cubicBezTo>
                <a:cubicBezTo>
                  <a:pt x="45986" y="27185"/>
                  <a:pt x="46200" y="27224"/>
                  <a:pt x="46393" y="27224"/>
                </a:cubicBezTo>
                <a:cubicBezTo>
                  <a:pt x="47045" y="27224"/>
                  <a:pt x="47445" y="26773"/>
                  <a:pt x="47310" y="25926"/>
                </a:cubicBezTo>
                <a:cubicBezTo>
                  <a:pt x="47263" y="25681"/>
                  <a:pt x="47205" y="25436"/>
                  <a:pt x="47112" y="25190"/>
                </a:cubicBezTo>
                <a:cubicBezTo>
                  <a:pt x="46481" y="23556"/>
                  <a:pt x="45256" y="22389"/>
                  <a:pt x="43960" y="21280"/>
                </a:cubicBezTo>
                <a:cubicBezTo>
                  <a:pt x="42921" y="20393"/>
                  <a:pt x="41882" y="19506"/>
                  <a:pt x="40855" y="18572"/>
                </a:cubicBezTo>
                <a:cubicBezTo>
                  <a:pt x="40517" y="18233"/>
                  <a:pt x="40213" y="17860"/>
                  <a:pt x="39968" y="17440"/>
                </a:cubicBezTo>
                <a:cubicBezTo>
                  <a:pt x="39734" y="17101"/>
                  <a:pt x="39828" y="16763"/>
                  <a:pt x="40225" y="16658"/>
                </a:cubicBezTo>
                <a:cubicBezTo>
                  <a:pt x="40530" y="16589"/>
                  <a:pt x="40870" y="16525"/>
                  <a:pt x="41193" y="16525"/>
                </a:cubicBezTo>
                <a:cubicBezTo>
                  <a:pt x="41364" y="16525"/>
                  <a:pt x="41530" y="16543"/>
                  <a:pt x="41684" y="16588"/>
                </a:cubicBezTo>
                <a:cubicBezTo>
                  <a:pt x="42594" y="16868"/>
                  <a:pt x="43481" y="17230"/>
                  <a:pt x="44345" y="17673"/>
                </a:cubicBezTo>
                <a:cubicBezTo>
                  <a:pt x="46061" y="18549"/>
                  <a:pt x="47450" y="19879"/>
                  <a:pt x="48804" y="21245"/>
                </a:cubicBezTo>
                <a:cubicBezTo>
                  <a:pt x="50847" y="23311"/>
                  <a:pt x="52983" y="25307"/>
                  <a:pt x="54536" y="27817"/>
                </a:cubicBezTo>
                <a:cubicBezTo>
                  <a:pt x="54802" y="28267"/>
                  <a:pt x="55321" y="28514"/>
                  <a:pt x="55780" y="28514"/>
                </a:cubicBezTo>
                <a:cubicBezTo>
                  <a:pt x="55905" y="28514"/>
                  <a:pt x="56025" y="28496"/>
                  <a:pt x="56135" y="28459"/>
                </a:cubicBezTo>
                <a:cubicBezTo>
                  <a:pt x="56765" y="28249"/>
                  <a:pt x="57115" y="27700"/>
                  <a:pt x="57139" y="26988"/>
                </a:cubicBezTo>
                <a:cubicBezTo>
                  <a:pt x="57185" y="25867"/>
                  <a:pt x="56672" y="24969"/>
                  <a:pt x="56053" y="24128"/>
                </a:cubicBezTo>
                <a:cubicBezTo>
                  <a:pt x="55283" y="23078"/>
                  <a:pt x="54466" y="22062"/>
                  <a:pt x="53590" y="21093"/>
                </a:cubicBezTo>
                <a:cubicBezTo>
                  <a:pt x="52610" y="20031"/>
                  <a:pt x="51582" y="19027"/>
                  <a:pt x="50485" y="18082"/>
                </a:cubicBezTo>
                <a:cubicBezTo>
                  <a:pt x="49353" y="17090"/>
                  <a:pt x="48162" y="16156"/>
                  <a:pt x="46925" y="15304"/>
                </a:cubicBezTo>
                <a:cubicBezTo>
                  <a:pt x="45454" y="14265"/>
                  <a:pt x="43925" y="13319"/>
                  <a:pt x="42361" y="12444"/>
                </a:cubicBezTo>
                <a:cubicBezTo>
                  <a:pt x="39770" y="11055"/>
                  <a:pt x="37108" y="9782"/>
                  <a:pt x="34493" y="8428"/>
                </a:cubicBezTo>
                <a:cubicBezTo>
                  <a:pt x="34027" y="8172"/>
                  <a:pt x="33583" y="7868"/>
                  <a:pt x="33174" y="7530"/>
                </a:cubicBezTo>
                <a:cubicBezTo>
                  <a:pt x="32964" y="7378"/>
                  <a:pt x="32988" y="7214"/>
                  <a:pt x="33256" y="7109"/>
                </a:cubicBezTo>
                <a:cubicBezTo>
                  <a:pt x="33349" y="7086"/>
                  <a:pt x="33431" y="7051"/>
                  <a:pt x="33525" y="7016"/>
                </a:cubicBezTo>
                <a:cubicBezTo>
                  <a:pt x="34015" y="6911"/>
                  <a:pt x="34505" y="6771"/>
                  <a:pt x="34984" y="6619"/>
                </a:cubicBezTo>
                <a:cubicBezTo>
                  <a:pt x="35626" y="6374"/>
                  <a:pt x="35707" y="5697"/>
                  <a:pt x="35170" y="5277"/>
                </a:cubicBezTo>
                <a:cubicBezTo>
                  <a:pt x="34995" y="5137"/>
                  <a:pt x="34809" y="5020"/>
                  <a:pt x="34610" y="4938"/>
                </a:cubicBezTo>
                <a:cubicBezTo>
                  <a:pt x="33093" y="4296"/>
                  <a:pt x="31587" y="3619"/>
                  <a:pt x="30046" y="3036"/>
                </a:cubicBezTo>
                <a:cubicBezTo>
                  <a:pt x="27770" y="2183"/>
                  <a:pt x="25447" y="1436"/>
                  <a:pt x="23031" y="1063"/>
                </a:cubicBezTo>
                <a:cubicBezTo>
                  <a:pt x="20930" y="748"/>
                  <a:pt x="18840" y="432"/>
                  <a:pt x="16727" y="199"/>
                </a:cubicBezTo>
                <a:cubicBezTo>
                  <a:pt x="15537" y="59"/>
                  <a:pt x="14311" y="71"/>
                  <a:pt x="1282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46"/>
          <p:cNvSpPr/>
          <p:nvPr/>
        </p:nvSpPr>
        <p:spPr>
          <a:xfrm rot="10800000">
            <a:off x="7122695" y="-149149"/>
            <a:ext cx="2021305" cy="1188350"/>
          </a:xfrm>
          <a:custGeom>
            <a:rect b="b" l="l" r="r" t="t"/>
            <a:pathLst>
              <a:path extrusionOk="0" h="53952" w="92297">
                <a:moveTo>
                  <a:pt x="38287" y="1"/>
                </a:moveTo>
                <a:cubicBezTo>
                  <a:pt x="37676" y="1"/>
                  <a:pt x="37064" y="10"/>
                  <a:pt x="36454" y="35"/>
                </a:cubicBezTo>
                <a:cubicBezTo>
                  <a:pt x="34843" y="117"/>
                  <a:pt x="33232" y="292"/>
                  <a:pt x="31645" y="584"/>
                </a:cubicBezTo>
                <a:cubicBezTo>
                  <a:pt x="29766" y="899"/>
                  <a:pt x="27898" y="1307"/>
                  <a:pt x="26042" y="1774"/>
                </a:cubicBezTo>
                <a:cubicBezTo>
                  <a:pt x="23976" y="2300"/>
                  <a:pt x="21980" y="3058"/>
                  <a:pt x="20019" y="3899"/>
                </a:cubicBezTo>
                <a:cubicBezTo>
                  <a:pt x="17462" y="4984"/>
                  <a:pt x="15000" y="6257"/>
                  <a:pt x="12700" y="7821"/>
                </a:cubicBezTo>
                <a:cubicBezTo>
                  <a:pt x="10972" y="8988"/>
                  <a:pt x="9280" y="10225"/>
                  <a:pt x="7692" y="11556"/>
                </a:cubicBezTo>
                <a:cubicBezTo>
                  <a:pt x="6198" y="12817"/>
                  <a:pt x="4786" y="14159"/>
                  <a:pt x="3455" y="15583"/>
                </a:cubicBezTo>
                <a:cubicBezTo>
                  <a:pt x="2276" y="16821"/>
                  <a:pt x="1237" y="18198"/>
                  <a:pt x="152" y="19517"/>
                </a:cubicBezTo>
                <a:cubicBezTo>
                  <a:pt x="47" y="19692"/>
                  <a:pt x="0" y="19891"/>
                  <a:pt x="12" y="20089"/>
                </a:cubicBezTo>
                <a:lnTo>
                  <a:pt x="12" y="43119"/>
                </a:lnTo>
                <a:lnTo>
                  <a:pt x="12" y="53952"/>
                </a:lnTo>
                <a:lnTo>
                  <a:pt x="92227" y="53952"/>
                </a:lnTo>
                <a:cubicBezTo>
                  <a:pt x="92262" y="53928"/>
                  <a:pt x="92273" y="53847"/>
                  <a:pt x="92297" y="53800"/>
                </a:cubicBezTo>
                <a:lnTo>
                  <a:pt x="87919" y="53788"/>
                </a:lnTo>
                <a:cubicBezTo>
                  <a:pt x="87966" y="53170"/>
                  <a:pt x="88036" y="52574"/>
                  <a:pt x="88048" y="51979"/>
                </a:cubicBezTo>
                <a:cubicBezTo>
                  <a:pt x="88094" y="50263"/>
                  <a:pt x="88153" y="48547"/>
                  <a:pt x="88129" y="46820"/>
                </a:cubicBezTo>
                <a:cubicBezTo>
                  <a:pt x="88094" y="45617"/>
                  <a:pt x="88001" y="44415"/>
                  <a:pt x="87849" y="43224"/>
                </a:cubicBezTo>
                <a:cubicBezTo>
                  <a:pt x="87557" y="40820"/>
                  <a:pt x="87172" y="38427"/>
                  <a:pt x="86472" y="36116"/>
                </a:cubicBezTo>
                <a:cubicBezTo>
                  <a:pt x="85900" y="34260"/>
                  <a:pt x="85316" y="32392"/>
                  <a:pt x="84628" y="30571"/>
                </a:cubicBezTo>
                <a:cubicBezTo>
                  <a:pt x="83659" y="28096"/>
                  <a:pt x="82468" y="25704"/>
                  <a:pt x="81067" y="23451"/>
                </a:cubicBezTo>
                <a:cubicBezTo>
                  <a:pt x="79632" y="21081"/>
                  <a:pt x="77997" y="18852"/>
                  <a:pt x="76176" y="16786"/>
                </a:cubicBezTo>
                <a:cubicBezTo>
                  <a:pt x="75336" y="15840"/>
                  <a:pt x="74484" y="14883"/>
                  <a:pt x="73585" y="13996"/>
                </a:cubicBezTo>
                <a:cubicBezTo>
                  <a:pt x="69710" y="10179"/>
                  <a:pt x="65239" y="7039"/>
                  <a:pt x="60348" y="4693"/>
                </a:cubicBezTo>
                <a:cubicBezTo>
                  <a:pt x="58422" y="3759"/>
                  <a:pt x="56438" y="2977"/>
                  <a:pt x="54395" y="2358"/>
                </a:cubicBezTo>
                <a:cubicBezTo>
                  <a:pt x="52609" y="1821"/>
                  <a:pt x="50812" y="1342"/>
                  <a:pt x="48991" y="922"/>
                </a:cubicBezTo>
                <a:cubicBezTo>
                  <a:pt x="47905" y="677"/>
                  <a:pt x="46796" y="502"/>
                  <a:pt x="45687" y="385"/>
                </a:cubicBezTo>
                <a:cubicBezTo>
                  <a:pt x="44637" y="245"/>
                  <a:pt x="43586" y="128"/>
                  <a:pt x="42524" y="93"/>
                </a:cubicBezTo>
                <a:cubicBezTo>
                  <a:pt x="41115" y="53"/>
                  <a:pt x="39700" y="1"/>
                  <a:pt x="3828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46"/>
          <p:cNvSpPr/>
          <p:nvPr/>
        </p:nvSpPr>
        <p:spPr>
          <a:xfrm rot="-5400000">
            <a:off x="7607169" y="256582"/>
            <a:ext cx="2028288" cy="1216825"/>
          </a:xfrm>
          <a:custGeom>
            <a:rect b="b" l="l" r="r" t="t"/>
            <a:pathLst>
              <a:path extrusionOk="0" h="41223" w="83064">
                <a:moveTo>
                  <a:pt x="1958" y="1"/>
                </a:moveTo>
                <a:cubicBezTo>
                  <a:pt x="1411" y="1"/>
                  <a:pt x="865" y="223"/>
                  <a:pt x="467" y="671"/>
                </a:cubicBezTo>
                <a:cubicBezTo>
                  <a:pt x="23" y="1185"/>
                  <a:pt x="0" y="1780"/>
                  <a:pt x="58" y="2387"/>
                </a:cubicBezTo>
                <a:cubicBezTo>
                  <a:pt x="175" y="3391"/>
                  <a:pt x="665" y="4255"/>
                  <a:pt x="1191" y="5095"/>
                </a:cubicBezTo>
                <a:cubicBezTo>
                  <a:pt x="2533" y="7197"/>
                  <a:pt x="4121" y="9146"/>
                  <a:pt x="5906" y="10897"/>
                </a:cubicBezTo>
                <a:cubicBezTo>
                  <a:pt x="6840" y="11819"/>
                  <a:pt x="7832" y="12683"/>
                  <a:pt x="8825" y="13547"/>
                </a:cubicBezTo>
                <a:cubicBezTo>
                  <a:pt x="10821" y="15227"/>
                  <a:pt x="12933" y="16780"/>
                  <a:pt x="15140" y="18181"/>
                </a:cubicBezTo>
                <a:cubicBezTo>
                  <a:pt x="17719" y="19838"/>
                  <a:pt x="20451" y="21216"/>
                  <a:pt x="23171" y="22605"/>
                </a:cubicBezTo>
                <a:cubicBezTo>
                  <a:pt x="24968" y="23538"/>
                  <a:pt x="26766" y="24461"/>
                  <a:pt x="28540" y="25429"/>
                </a:cubicBezTo>
                <a:cubicBezTo>
                  <a:pt x="29112" y="25745"/>
                  <a:pt x="29602" y="26176"/>
                  <a:pt x="30081" y="26620"/>
                </a:cubicBezTo>
                <a:cubicBezTo>
                  <a:pt x="30221" y="26783"/>
                  <a:pt x="30268" y="27017"/>
                  <a:pt x="30209" y="27227"/>
                </a:cubicBezTo>
                <a:cubicBezTo>
                  <a:pt x="30127" y="27402"/>
                  <a:pt x="29859" y="27542"/>
                  <a:pt x="29649" y="27589"/>
                </a:cubicBezTo>
                <a:cubicBezTo>
                  <a:pt x="29582" y="27596"/>
                  <a:pt x="29514" y="27600"/>
                  <a:pt x="29445" y="27600"/>
                </a:cubicBezTo>
                <a:cubicBezTo>
                  <a:pt x="29287" y="27600"/>
                  <a:pt x="29127" y="27579"/>
                  <a:pt x="28972" y="27531"/>
                </a:cubicBezTo>
                <a:cubicBezTo>
                  <a:pt x="28575" y="27437"/>
                  <a:pt x="28190" y="27297"/>
                  <a:pt x="27793" y="27204"/>
                </a:cubicBezTo>
                <a:cubicBezTo>
                  <a:pt x="27428" y="27131"/>
                  <a:pt x="27068" y="27029"/>
                  <a:pt x="26695" y="27029"/>
                </a:cubicBezTo>
                <a:cubicBezTo>
                  <a:pt x="26531" y="27029"/>
                  <a:pt x="26364" y="27049"/>
                  <a:pt x="26194" y="27099"/>
                </a:cubicBezTo>
                <a:cubicBezTo>
                  <a:pt x="25598" y="27285"/>
                  <a:pt x="25237" y="27752"/>
                  <a:pt x="25435" y="28336"/>
                </a:cubicBezTo>
                <a:cubicBezTo>
                  <a:pt x="25587" y="28756"/>
                  <a:pt x="25820" y="29141"/>
                  <a:pt x="26124" y="29468"/>
                </a:cubicBezTo>
                <a:cubicBezTo>
                  <a:pt x="27279" y="30659"/>
                  <a:pt x="28703" y="31453"/>
                  <a:pt x="30268" y="31955"/>
                </a:cubicBezTo>
                <a:cubicBezTo>
                  <a:pt x="32240" y="32597"/>
                  <a:pt x="34260" y="33122"/>
                  <a:pt x="36256" y="33717"/>
                </a:cubicBezTo>
                <a:cubicBezTo>
                  <a:pt x="37108" y="33974"/>
                  <a:pt x="37948" y="34277"/>
                  <a:pt x="38684" y="34814"/>
                </a:cubicBezTo>
                <a:cubicBezTo>
                  <a:pt x="39174" y="35188"/>
                  <a:pt x="39197" y="35772"/>
                  <a:pt x="38684" y="36110"/>
                </a:cubicBezTo>
                <a:cubicBezTo>
                  <a:pt x="38322" y="36344"/>
                  <a:pt x="37925" y="36519"/>
                  <a:pt x="37505" y="36624"/>
                </a:cubicBezTo>
                <a:cubicBezTo>
                  <a:pt x="36862" y="36788"/>
                  <a:pt x="36214" y="36848"/>
                  <a:pt x="35560" y="36848"/>
                </a:cubicBezTo>
                <a:cubicBezTo>
                  <a:pt x="35241" y="36848"/>
                  <a:pt x="34920" y="36833"/>
                  <a:pt x="34598" y="36810"/>
                </a:cubicBezTo>
                <a:cubicBezTo>
                  <a:pt x="33081" y="36717"/>
                  <a:pt x="31587" y="36425"/>
                  <a:pt x="30139" y="35947"/>
                </a:cubicBezTo>
                <a:cubicBezTo>
                  <a:pt x="27921" y="35188"/>
                  <a:pt x="25703" y="34406"/>
                  <a:pt x="23521" y="33542"/>
                </a:cubicBezTo>
                <a:cubicBezTo>
                  <a:pt x="21922" y="32912"/>
                  <a:pt x="20381" y="32141"/>
                  <a:pt x="18828" y="31406"/>
                </a:cubicBezTo>
                <a:cubicBezTo>
                  <a:pt x="18268" y="31149"/>
                  <a:pt x="17766" y="30787"/>
                  <a:pt x="17194" y="30589"/>
                </a:cubicBezTo>
                <a:cubicBezTo>
                  <a:pt x="16991" y="30519"/>
                  <a:pt x="16792" y="30485"/>
                  <a:pt x="16606" y="30485"/>
                </a:cubicBezTo>
                <a:cubicBezTo>
                  <a:pt x="15895" y="30485"/>
                  <a:pt x="15362" y="30982"/>
                  <a:pt x="15408" y="31861"/>
                </a:cubicBezTo>
                <a:cubicBezTo>
                  <a:pt x="15420" y="32176"/>
                  <a:pt x="15502" y="32503"/>
                  <a:pt x="15642" y="32795"/>
                </a:cubicBezTo>
                <a:cubicBezTo>
                  <a:pt x="16062" y="33740"/>
                  <a:pt x="16809" y="34429"/>
                  <a:pt x="17673" y="34943"/>
                </a:cubicBezTo>
                <a:cubicBezTo>
                  <a:pt x="18758" y="35608"/>
                  <a:pt x="19890" y="36215"/>
                  <a:pt x="21034" y="36775"/>
                </a:cubicBezTo>
                <a:cubicBezTo>
                  <a:pt x="23439" y="37931"/>
                  <a:pt x="25937" y="38853"/>
                  <a:pt x="28517" y="39530"/>
                </a:cubicBezTo>
                <a:cubicBezTo>
                  <a:pt x="30513" y="40067"/>
                  <a:pt x="32544" y="40487"/>
                  <a:pt x="34563" y="40919"/>
                </a:cubicBezTo>
                <a:cubicBezTo>
                  <a:pt x="35287" y="41094"/>
                  <a:pt x="36034" y="41199"/>
                  <a:pt x="36781" y="41211"/>
                </a:cubicBezTo>
                <a:cubicBezTo>
                  <a:pt x="52072" y="41223"/>
                  <a:pt x="67375" y="41223"/>
                  <a:pt x="82667" y="41223"/>
                </a:cubicBezTo>
                <a:lnTo>
                  <a:pt x="83063" y="41223"/>
                </a:lnTo>
                <a:lnTo>
                  <a:pt x="83063" y="13967"/>
                </a:lnTo>
                <a:cubicBezTo>
                  <a:pt x="81908" y="14200"/>
                  <a:pt x="80799" y="14375"/>
                  <a:pt x="79690" y="14644"/>
                </a:cubicBezTo>
                <a:cubicBezTo>
                  <a:pt x="77846" y="15076"/>
                  <a:pt x="76013" y="15531"/>
                  <a:pt x="74192" y="16033"/>
                </a:cubicBezTo>
                <a:cubicBezTo>
                  <a:pt x="72219" y="16558"/>
                  <a:pt x="70247" y="17130"/>
                  <a:pt x="68286" y="17702"/>
                </a:cubicBezTo>
                <a:cubicBezTo>
                  <a:pt x="66430" y="18251"/>
                  <a:pt x="64585" y="18846"/>
                  <a:pt x="62730" y="19383"/>
                </a:cubicBezTo>
                <a:cubicBezTo>
                  <a:pt x="60920" y="19920"/>
                  <a:pt x="59088" y="20410"/>
                  <a:pt x="57278" y="20924"/>
                </a:cubicBezTo>
                <a:cubicBezTo>
                  <a:pt x="55796" y="21344"/>
                  <a:pt x="54278" y="21577"/>
                  <a:pt x="52749" y="21589"/>
                </a:cubicBezTo>
                <a:cubicBezTo>
                  <a:pt x="52598" y="21593"/>
                  <a:pt x="52446" y="21594"/>
                  <a:pt x="52295" y="21594"/>
                </a:cubicBezTo>
                <a:cubicBezTo>
                  <a:pt x="50941" y="21594"/>
                  <a:pt x="49588" y="21455"/>
                  <a:pt x="48255" y="21192"/>
                </a:cubicBezTo>
                <a:cubicBezTo>
                  <a:pt x="46703" y="20877"/>
                  <a:pt x="45150" y="20527"/>
                  <a:pt x="43598" y="20188"/>
                </a:cubicBezTo>
                <a:cubicBezTo>
                  <a:pt x="42839" y="20025"/>
                  <a:pt x="42080" y="19815"/>
                  <a:pt x="41310" y="19721"/>
                </a:cubicBezTo>
                <a:cubicBezTo>
                  <a:pt x="41236" y="19713"/>
                  <a:pt x="41162" y="19709"/>
                  <a:pt x="41090" y="19709"/>
                </a:cubicBezTo>
                <a:cubicBezTo>
                  <a:pt x="40278" y="19709"/>
                  <a:pt x="39629" y="20244"/>
                  <a:pt x="39758" y="21134"/>
                </a:cubicBezTo>
                <a:cubicBezTo>
                  <a:pt x="39851" y="21647"/>
                  <a:pt x="40213" y="21928"/>
                  <a:pt x="40633" y="22173"/>
                </a:cubicBezTo>
                <a:cubicBezTo>
                  <a:pt x="41088" y="22395"/>
                  <a:pt x="41520" y="22663"/>
                  <a:pt x="41929" y="22955"/>
                </a:cubicBezTo>
                <a:cubicBezTo>
                  <a:pt x="42255" y="23223"/>
                  <a:pt x="42255" y="23620"/>
                  <a:pt x="41929" y="23889"/>
                </a:cubicBezTo>
                <a:cubicBezTo>
                  <a:pt x="41532" y="24215"/>
                  <a:pt x="41088" y="24484"/>
                  <a:pt x="40610" y="24671"/>
                </a:cubicBezTo>
                <a:cubicBezTo>
                  <a:pt x="39805" y="24960"/>
                  <a:pt x="38980" y="25081"/>
                  <a:pt x="38137" y="25081"/>
                </a:cubicBezTo>
                <a:cubicBezTo>
                  <a:pt x="37720" y="25081"/>
                  <a:pt x="37299" y="25052"/>
                  <a:pt x="36874" y="24998"/>
                </a:cubicBezTo>
                <a:cubicBezTo>
                  <a:pt x="35812" y="24869"/>
                  <a:pt x="34762" y="24706"/>
                  <a:pt x="33793" y="24286"/>
                </a:cubicBezTo>
                <a:cubicBezTo>
                  <a:pt x="31295" y="23223"/>
                  <a:pt x="28820" y="22138"/>
                  <a:pt x="26392" y="20947"/>
                </a:cubicBezTo>
                <a:cubicBezTo>
                  <a:pt x="24606" y="20083"/>
                  <a:pt x="22879" y="19091"/>
                  <a:pt x="21174" y="18064"/>
                </a:cubicBezTo>
                <a:cubicBezTo>
                  <a:pt x="18070" y="16208"/>
                  <a:pt x="15210" y="13990"/>
                  <a:pt x="12630" y="11457"/>
                </a:cubicBezTo>
                <a:cubicBezTo>
                  <a:pt x="11533" y="10383"/>
                  <a:pt x="10471" y="9274"/>
                  <a:pt x="9455" y="8119"/>
                </a:cubicBezTo>
                <a:cubicBezTo>
                  <a:pt x="8229" y="6753"/>
                  <a:pt x="7062" y="5341"/>
                  <a:pt x="5918" y="3916"/>
                </a:cubicBezTo>
                <a:cubicBezTo>
                  <a:pt x="5089" y="2889"/>
                  <a:pt x="4354" y="1792"/>
                  <a:pt x="3549" y="776"/>
                </a:cubicBezTo>
                <a:cubicBezTo>
                  <a:pt x="3142" y="261"/>
                  <a:pt x="2550" y="1"/>
                  <a:pt x="195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4" name="Google Shape;354;p46"/>
          <p:cNvGrpSpPr/>
          <p:nvPr/>
        </p:nvGrpSpPr>
        <p:grpSpPr>
          <a:xfrm rot="-7358702">
            <a:off x="8719889" y="4600486"/>
            <a:ext cx="218949" cy="282300"/>
            <a:chOff x="1454525" y="4245300"/>
            <a:chExt cx="217125" cy="282300"/>
          </a:xfrm>
        </p:grpSpPr>
        <p:sp>
          <p:nvSpPr>
            <p:cNvPr id="355" name="Google Shape;355;p46"/>
            <p:cNvSpPr/>
            <p:nvPr/>
          </p:nvSpPr>
          <p:spPr>
            <a:xfrm>
              <a:off x="1454525" y="4258175"/>
              <a:ext cx="152350" cy="269425"/>
            </a:xfrm>
            <a:custGeom>
              <a:rect b="b" l="l" r="r" t="t"/>
              <a:pathLst>
                <a:path extrusionOk="0" h="10777" w="6094">
                  <a:moveTo>
                    <a:pt x="2335" y="1"/>
                  </a:moveTo>
                  <a:cubicBezTo>
                    <a:pt x="2230" y="24"/>
                    <a:pt x="2136" y="59"/>
                    <a:pt x="2055" y="94"/>
                  </a:cubicBezTo>
                  <a:cubicBezTo>
                    <a:pt x="1634" y="257"/>
                    <a:pt x="1261" y="514"/>
                    <a:pt x="957" y="841"/>
                  </a:cubicBezTo>
                  <a:cubicBezTo>
                    <a:pt x="782" y="1028"/>
                    <a:pt x="642" y="1226"/>
                    <a:pt x="514" y="1448"/>
                  </a:cubicBezTo>
                  <a:cubicBezTo>
                    <a:pt x="421" y="1623"/>
                    <a:pt x="339" y="1822"/>
                    <a:pt x="269" y="2008"/>
                  </a:cubicBezTo>
                  <a:cubicBezTo>
                    <a:pt x="210" y="2183"/>
                    <a:pt x="152" y="2359"/>
                    <a:pt x="129" y="2545"/>
                  </a:cubicBezTo>
                  <a:cubicBezTo>
                    <a:pt x="82" y="2860"/>
                    <a:pt x="47" y="3176"/>
                    <a:pt x="24" y="3491"/>
                  </a:cubicBezTo>
                  <a:cubicBezTo>
                    <a:pt x="0" y="3771"/>
                    <a:pt x="0" y="4051"/>
                    <a:pt x="0" y="4320"/>
                  </a:cubicBezTo>
                  <a:cubicBezTo>
                    <a:pt x="0" y="4541"/>
                    <a:pt x="24" y="4751"/>
                    <a:pt x="59" y="4973"/>
                  </a:cubicBezTo>
                  <a:cubicBezTo>
                    <a:pt x="94" y="5242"/>
                    <a:pt x="129" y="5522"/>
                    <a:pt x="187" y="5790"/>
                  </a:cubicBezTo>
                  <a:cubicBezTo>
                    <a:pt x="280" y="6164"/>
                    <a:pt x="386" y="6537"/>
                    <a:pt x="514" y="6899"/>
                  </a:cubicBezTo>
                  <a:cubicBezTo>
                    <a:pt x="619" y="7203"/>
                    <a:pt x="759" y="7495"/>
                    <a:pt x="911" y="7763"/>
                  </a:cubicBezTo>
                  <a:cubicBezTo>
                    <a:pt x="1063" y="8067"/>
                    <a:pt x="1249" y="8347"/>
                    <a:pt x="1436" y="8638"/>
                  </a:cubicBezTo>
                  <a:cubicBezTo>
                    <a:pt x="1541" y="8802"/>
                    <a:pt x="1646" y="8954"/>
                    <a:pt x="1775" y="9105"/>
                  </a:cubicBezTo>
                  <a:cubicBezTo>
                    <a:pt x="1973" y="9351"/>
                    <a:pt x="2195" y="9572"/>
                    <a:pt x="2393" y="9806"/>
                  </a:cubicBezTo>
                  <a:cubicBezTo>
                    <a:pt x="2603" y="10039"/>
                    <a:pt x="2860" y="10238"/>
                    <a:pt x="3140" y="10389"/>
                  </a:cubicBezTo>
                  <a:cubicBezTo>
                    <a:pt x="3269" y="10459"/>
                    <a:pt x="3397" y="10506"/>
                    <a:pt x="3525" y="10564"/>
                  </a:cubicBezTo>
                  <a:cubicBezTo>
                    <a:pt x="3858" y="10715"/>
                    <a:pt x="4210" y="10776"/>
                    <a:pt x="4572" y="10776"/>
                  </a:cubicBezTo>
                  <a:cubicBezTo>
                    <a:pt x="4605" y="10776"/>
                    <a:pt x="4637" y="10776"/>
                    <a:pt x="4669" y="10775"/>
                  </a:cubicBezTo>
                  <a:cubicBezTo>
                    <a:pt x="4891" y="10751"/>
                    <a:pt x="5113" y="10728"/>
                    <a:pt x="5335" y="10681"/>
                  </a:cubicBezTo>
                  <a:cubicBezTo>
                    <a:pt x="5673" y="10635"/>
                    <a:pt x="5953" y="10366"/>
                    <a:pt x="5988" y="10028"/>
                  </a:cubicBezTo>
                  <a:cubicBezTo>
                    <a:pt x="6070" y="9666"/>
                    <a:pt x="6093" y="9304"/>
                    <a:pt x="6070" y="8930"/>
                  </a:cubicBezTo>
                  <a:cubicBezTo>
                    <a:pt x="6058" y="8580"/>
                    <a:pt x="6000" y="8230"/>
                    <a:pt x="5883" y="7891"/>
                  </a:cubicBezTo>
                  <a:cubicBezTo>
                    <a:pt x="5743" y="7460"/>
                    <a:pt x="5522" y="7051"/>
                    <a:pt x="5253" y="6689"/>
                  </a:cubicBezTo>
                  <a:cubicBezTo>
                    <a:pt x="5031" y="6386"/>
                    <a:pt x="4774" y="6094"/>
                    <a:pt x="4483" y="5849"/>
                  </a:cubicBezTo>
                  <a:cubicBezTo>
                    <a:pt x="4086" y="5545"/>
                    <a:pt x="3724" y="5183"/>
                    <a:pt x="3420" y="4786"/>
                  </a:cubicBezTo>
                  <a:cubicBezTo>
                    <a:pt x="3199" y="4495"/>
                    <a:pt x="3000" y="4191"/>
                    <a:pt x="2825" y="3876"/>
                  </a:cubicBezTo>
                  <a:cubicBezTo>
                    <a:pt x="2650" y="3537"/>
                    <a:pt x="2533" y="3176"/>
                    <a:pt x="2487" y="2802"/>
                  </a:cubicBezTo>
                  <a:cubicBezTo>
                    <a:pt x="2440" y="2405"/>
                    <a:pt x="2393" y="2008"/>
                    <a:pt x="2370" y="1611"/>
                  </a:cubicBezTo>
                  <a:cubicBezTo>
                    <a:pt x="2347" y="1320"/>
                    <a:pt x="2382" y="1039"/>
                    <a:pt x="2382" y="748"/>
                  </a:cubicBezTo>
                  <a:cubicBezTo>
                    <a:pt x="2370" y="503"/>
                    <a:pt x="2347" y="257"/>
                    <a:pt x="2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46"/>
            <p:cNvSpPr/>
            <p:nvPr/>
          </p:nvSpPr>
          <p:spPr>
            <a:xfrm>
              <a:off x="1530400" y="4245300"/>
              <a:ext cx="141250" cy="263000"/>
            </a:xfrm>
            <a:custGeom>
              <a:rect b="b" l="l" r="r" t="t"/>
              <a:pathLst>
                <a:path extrusionOk="0" h="10520" w="5650">
                  <a:moveTo>
                    <a:pt x="913" y="1"/>
                  </a:moveTo>
                  <a:cubicBezTo>
                    <a:pt x="783" y="1"/>
                    <a:pt x="654" y="9"/>
                    <a:pt x="525" y="25"/>
                  </a:cubicBezTo>
                  <a:cubicBezTo>
                    <a:pt x="339" y="49"/>
                    <a:pt x="152" y="107"/>
                    <a:pt x="105" y="317"/>
                  </a:cubicBezTo>
                  <a:cubicBezTo>
                    <a:pt x="47" y="562"/>
                    <a:pt x="24" y="807"/>
                    <a:pt x="12" y="1053"/>
                  </a:cubicBezTo>
                  <a:cubicBezTo>
                    <a:pt x="0" y="1286"/>
                    <a:pt x="12" y="1531"/>
                    <a:pt x="35" y="1765"/>
                  </a:cubicBezTo>
                  <a:cubicBezTo>
                    <a:pt x="70" y="2103"/>
                    <a:pt x="117" y="2430"/>
                    <a:pt x="175" y="2768"/>
                  </a:cubicBezTo>
                  <a:cubicBezTo>
                    <a:pt x="210" y="2955"/>
                    <a:pt x="269" y="3130"/>
                    <a:pt x="315" y="3317"/>
                  </a:cubicBezTo>
                  <a:cubicBezTo>
                    <a:pt x="409" y="3691"/>
                    <a:pt x="561" y="4052"/>
                    <a:pt x="771" y="4379"/>
                  </a:cubicBezTo>
                  <a:cubicBezTo>
                    <a:pt x="899" y="4601"/>
                    <a:pt x="1062" y="4800"/>
                    <a:pt x="1203" y="5010"/>
                  </a:cubicBezTo>
                  <a:cubicBezTo>
                    <a:pt x="1448" y="5336"/>
                    <a:pt x="1751" y="5640"/>
                    <a:pt x="2078" y="5885"/>
                  </a:cubicBezTo>
                  <a:cubicBezTo>
                    <a:pt x="2230" y="6014"/>
                    <a:pt x="2416" y="6095"/>
                    <a:pt x="2557" y="6224"/>
                  </a:cubicBezTo>
                  <a:cubicBezTo>
                    <a:pt x="2825" y="6445"/>
                    <a:pt x="3058" y="6702"/>
                    <a:pt x="3257" y="6994"/>
                  </a:cubicBezTo>
                  <a:cubicBezTo>
                    <a:pt x="3420" y="7251"/>
                    <a:pt x="3549" y="7543"/>
                    <a:pt x="3630" y="7834"/>
                  </a:cubicBezTo>
                  <a:cubicBezTo>
                    <a:pt x="3747" y="8231"/>
                    <a:pt x="3794" y="8628"/>
                    <a:pt x="3782" y="9025"/>
                  </a:cubicBezTo>
                  <a:cubicBezTo>
                    <a:pt x="3771" y="9329"/>
                    <a:pt x="3771" y="9632"/>
                    <a:pt x="3771" y="9936"/>
                  </a:cubicBezTo>
                  <a:lnTo>
                    <a:pt x="3771" y="10484"/>
                  </a:lnTo>
                  <a:lnTo>
                    <a:pt x="3817" y="10519"/>
                  </a:lnTo>
                  <a:cubicBezTo>
                    <a:pt x="3969" y="10391"/>
                    <a:pt x="4132" y="10286"/>
                    <a:pt x="4284" y="10157"/>
                  </a:cubicBezTo>
                  <a:cubicBezTo>
                    <a:pt x="4704" y="9819"/>
                    <a:pt x="5020" y="9375"/>
                    <a:pt x="5218" y="8885"/>
                  </a:cubicBezTo>
                  <a:cubicBezTo>
                    <a:pt x="5358" y="8547"/>
                    <a:pt x="5463" y="8196"/>
                    <a:pt x="5510" y="7834"/>
                  </a:cubicBezTo>
                  <a:cubicBezTo>
                    <a:pt x="5545" y="7601"/>
                    <a:pt x="5568" y="7368"/>
                    <a:pt x="5591" y="7134"/>
                  </a:cubicBezTo>
                  <a:cubicBezTo>
                    <a:pt x="5615" y="6842"/>
                    <a:pt x="5650" y="6550"/>
                    <a:pt x="5650" y="6259"/>
                  </a:cubicBezTo>
                  <a:cubicBezTo>
                    <a:pt x="5650" y="6037"/>
                    <a:pt x="5638" y="5827"/>
                    <a:pt x="5603" y="5605"/>
                  </a:cubicBezTo>
                  <a:cubicBezTo>
                    <a:pt x="5591" y="5336"/>
                    <a:pt x="5545" y="5068"/>
                    <a:pt x="5498" y="4800"/>
                  </a:cubicBezTo>
                  <a:cubicBezTo>
                    <a:pt x="5405" y="4426"/>
                    <a:pt x="5276" y="4064"/>
                    <a:pt x="5160" y="3714"/>
                  </a:cubicBezTo>
                  <a:cubicBezTo>
                    <a:pt x="4949" y="3142"/>
                    <a:pt x="4658" y="2617"/>
                    <a:pt x="4284" y="2150"/>
                  </a:cubicBezTo>
                  <a:cubicBezTo>
                    <a:pt x="3969" y="1753"/>
                    <a:pt x="3630" y="1368"/>
                    <a:pt x="3280" y="1018"/>
                  </a:cubicBezTo>
                  <a:cubicBezTo>
                    <a:pt x="3105" y="842"/>
                    <a:pt x="2907" y="691"/>
                    <a:pt x="2697" y="551"/>
                  </a:cubicBezTo>
                  <a:cubicBezTo>
                    <a:pt x="2451" y="364"/>
                    <a:pt x="2183" y="235"/>
                    <a:pt x="1891" y="154"/>
                  </a:cubicBezTo>
                  <a:cubicBezTo>
                    <a:pt x="1573" y="53"/>
                    <a:pt x="1242" y="1"/>
                    <a:pt x="9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7" name="Google Shape;357;p46"/>
          <p:cNvGrpSpPr/>
          <p:nvPr/>
        </p:nvGrpSpPr>
        <p:grpSpPr>
          <a:xfrm rot="-4858454">
            <a:off x="8900035" y="4873281"/>
            <a:ext cx="135889" cy="176679"/>
            <a:chOff x="1454525" y="4245300"/>
            <a:chExt cx="217125" cy="282300"/>
          </a:xfrm>
        </p:grpSpPr>
        <p:sp>
          <p:nvSpPr>
            <p:cNvPr id="358" name="Google Shape;358;p46"/>
            <p:cNvSpPr/>
            <p:nvPr/>
          </p:nvSpPr>
          <p:spPr>
            <a:xfrm>
              <a:off x="1454525" y="4258175"/>
              <a:ext cx="152350" cy="269425"/>
            </a:xfrm>
            <a:custGeom>
              <a:rect b="b" l="l" r="r" t="t"/>
              <a:pathLst>
                <a:path extrusionOk="0" h="10777" w="6094">
                  <a:moveTo>
                    <a:pt x="2335" y="1"/>
                  </a:moveTo>
                  <a:cubicBezTo>
                    <a:pt x="2230" y="24"/>
                    <a:pt x="2136" y="59"/>
                    <a:pt x="2055" y="94"/>
                  </a:cubicBezTo>
                  <a:cubicBezTo>
                    <a:pt x="1634" y="257"/>
                    <a:pt x="1261" y="514"/>
                    <a:pt x="957" y="841"/>
                  </a:cubicBezTo>
                  <a:cubicBezTo>
                    <a:pt x="782" y="1028"/>
                    <a:pt x="642" y="1226"/>
                    <a:pt x="514" y="1448"/>
                  </a:cubicBezTo>
                  <a:cubicBezTo>
                    <a:pt x="421" y="1623"/>
                    <a:pt x="339" y="1822"/>
                    <a:pt x="269" y="2008"/>
                  </a:cubicBezTo>
                  <a:cubicBezTo>
                    <a:pt x="210" y="2183"/>
                    <a:pt x="152" y="2359"/>
                    <a:pt x="129" y="2545"/>
                  </a:cubicBezTo>
                  <a:cubicBezTo>
                    <a:pt x="82" y="2860"/>
                    <a:pt x="47" y="3176"/>
                    <a:pt x="24" y="3491"/>
                  </a:cubicBezTo>
                  <a:cubicBezTo>
                    <a:pt x="0" y="3771"/>
                    <a:pt x="0" y="4051"/>
                    <a:pt x="0" y="4320"/>
                  </a:cubicBezTo>
                  <a:cubicBezTo>
                    <a:pt x="0" y="4541"/>
                    <a:pt x="24" y="4751"/>
                    <a:pt x="59" y="4973"/>
                  </a:cubicBezTo>
                  <a:cubicBezTo>
                    <a:pt x="94" y="5242"/>
                    <a:pt x="129" y="5522"/>
                    <a:pt x="187" y="5790"/>
                  </a:cubicBezTo>
                  <a:cubicBezTo>
                    <a:pt x="280" y="6164"/>
                    <a:pt x="386" y="6537"/>
                    <a:pt x="514" y="6899"/>
                  </a:cubicBezTo>
                  <a:cubicBezTo>
                    <a:pt x="619" y="7203"/>
                    <a:pt x="759" y="7495"/>
                    <a:pt x="911" y="7763"/>
                  </a:cubicBezTo>
                  <a:cubicBezTo>
                    <a:pt x="1063" y="8067"/>
                    <a:pt x="1249" y="8347"/>
                    <a:pt x="1436" y="8638"/>
                  </a:cubicBezTo>
                  <a:cubicBezTo>
                    <a:pt x="1541" y="8802"/>
                    <a:pt x="1646" y="8954"/>
                    <a:pt x="1775" y="9105"/>
                  </a:cubicBezTo>
                  <a:cubicBezTo>
                    <a:pt x="1973" y="9351"/>
                    <a:pt x="2195" y="9572"/>
                    <a:pt x="2393" y="9806"/>
                  </a:cubicBezTo>
                  <a:cubicBezTo>
                    <a:pt x="2603" y="10039"/>
                    <a:pt x="2860" y="10238"/>
                    <a:pt x="3140" y="10389"/>
                  </a:cubicBezTo>
                  <a:cubicBezTo>
                    <a:pt x="3269" y="10459"/>
                    <a:pt x="3397" y="10506"/>
                    <a:pt x="3525" y="10564"/>
                  </a:cubicBezTo>
                  <a:cubicBezTo>
                    <a:pt x="3858" y="10715"/>
                    <a:pt x="4210" y="10776"/>
                    <a:pt x="4572" y="10776"/>
                  </a:cubicBezTo>
                  <a:cubicBezTo>
                    <a:pt x="4605" y="10776"/>
                    <a:pt x="4637" y="10776"/>
                    <a:pt x="4669" y="10775"/>
                  </a:cubicBezTo>
                  <a:cubicBezTo>
                    <a:pt x="4891" y="10751"/>
                    <a:pt x="5113" y="10728"/>
                    <a:pt x="5335" y="10681"/>
                  </a:cubicBezTo>
                  <a:cubicBezTo>
                    <a:pt x="5673" y="10635"/>
                    <a:pt x="5953" y="10366"/>
                    <a:pt x="5988" y="10028"/>
                  </a:cubicBezTo>
                  <a:cubicBezTo>
                    <a:pt x="6070" y="9666"/>
                    <a:pt x="6093" y="9304"/>
                    <a:pt x="6070" y="8930"/>
                  </a:cubicBezTo>
                  <a:cubicBezTo>
                    <a:pt x="6058" y="8580"/>
                    <a:pt x="6000" y="8230"/>
                    <a:pt x="5883" y="7891"/>
                  </a:cubicBezTo>
                  <a:cubicBezTo>
                    <a:pt x="5743" y="7460"/>
                    <a:pt x="5522" y="7051"/>
                    <a:pt x="5253" y="6689"/>
                  </a:cubicBezTo>
                  <a:cubicBezTo>
                    <a:pt x="5031" y="6386"/>
                    <a:pt x="4774" y="6094"/>
                    <a:pt x="4483" y="5849"/>
                  </a:cubicBezTo>
                  <a:cubicBezTo>
                    <a:pt x="4086" y="5545"/>
                    <a:pt x="3724" y="5183"/>
                    <a:pt x="3420" y="4786"/>
                  </a:cubicBezTo>
                  <a:cubicBezTo>
                    <a:pt x="3199" y="4495"/>
                    <a:pt x="3000" y="4191"/>
                    <a:pt x="2825" y="3876"/>
                  </a:cubicBezTo>
                  <a:cubicBezTo>
                    <a:pt x="2650" y="3537"/>
                    <a:pt x="2533" y="3176"/>
                    <a:pt x="2487" y="2802"/>
                  </a:cubicBezTo>
                  <a:cubicBezTo>
                    <a:pt x="2440" y="2405"/>
                    <a:pt x="2393" y="2008"/>
                    <a:pt x="2370" y="1611"/>
                  </a:cubicBezTo>
                  <a:cubicBezTo>
                    <a:pt x="2347" y="1320"/>
                    <a:pt x="2382" y="1039"/>
                    <a:pt x="2382" y="748"/>
                  </a:cubicBezTo>
                  <a:cubicBezTo>
                    <a:pt x="2370" y="503"/>
                    <a:pt x="2347" y="257"/>
                    <a:pt x="2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46"/>
            <p:cNvSpPr/>
            <p:nvPr/>
          </p:nvSpPr>
          <p:spPr>
            <a:xfrm>
              <a:off x="1530400" y="4245300"/>
              <a:ext cx="141250" cy="263000"/>
            </a:xfrm>
            <a:custGeom>
              <a:rect b="b" l="l" r="r" t="t"/>
              <a:pathLst>
                <a:path extrusionOk="0" h="10520" w="5650">
                  <a:moveTo>
                    <a:pt x="913" y="1"/>
                  </a:moveTo>
                  <a:cubicBezTo>
                    <a:pt x="783" y="1"/>
                    <a:pt x="654" y="9"/>
                    <a:pt x="525" y="25"/>
                  </a:cubicBezTo>
                  <a:cubicBezTo>
                    <a:pt x="339" y="49"/>
                    <a:pt x="152" y="107"/>
                    <a:pt x="105" y="317"/>
                  </a:cubicBezTo>
                  <a:cubicBezTo>
                    <a:pt x="47" y="562"/>
                    <a:pt x="24" y="807"/>
                    <a:pt x="12" y="1053"/>
                  </a:cubicBezTo>
                  <a:cubicBezTo>
                    <a:pt x="0" y="1286"/>
                    <a:pt x="12" y="1531"/>
                    <a:pt x="35" y="1765"/>
                  </a:cubicBezTo>
                  <a:cubicBezTo>
                    <a:pt x="70" y="2103"/>
                    <a:pt x="117" y="2430"/>
                    <a:pt x="175" y="2768"/>
                  </a:cubicBezTo>
                  <a:cubicBezTo>
                    <a:pt x="210" y="2955"/>
                    <a:pt x="269" y="3130"/>
                    <a:pt x="315" y="3317"/>
                  </a:cubicBezTo>
                  <a:cubicBezTo>
                    <a:pt x="409" y="3691"/>
                    <a:pt x="561" y="4052"/>
                    <a:pt x="771" y="4379"/>
                  </a:cubicBezTo>
                  <a:cubicBezTo>
                    <a:pt x="899" y="4601"/>
                    <a:pt x="1062" y="4800"/>
                    <a:pt x="1203" y="5010"/>
                  </a:cubicBezTo>
                  <a:cubicBezTo>
                    <a:pt x="1448" y="5336"/>
                    <a:pt x="1751" y="5640"/>
                    <a:pt x="2078" y="5885"/>
                  </a:cubicBezTo>
                  <a:cubicBezTo>
                    <a:pt x="2230" y="6014"/>
                    <a:pt x="2416" y="6095"/>
                    <a:pt x="2557" y="6224"/>
                  </a:cubicBezTo>
                  <a:cubicBezTo>
                    <a:pt x="2825" y="6445"/>
                    <a:pt x="3058" y="6702"/>
                    <a:pt x="3257" y="6994"/>
                  </a:cubicBezTo>
                  <a:cubicBezTo>
                    <a:pt x="3420" y="7251"/>
                    <a:pt x="3549" y="7543"/>
                    <a:pt x="3630" y="7834"/>
                  </a:cubicBezTo>
                  <a:cubicBezTo>
                    <a:pt x="3747" y="8231"/>
                    <a:pt x="3794" y="8628"/>
                    <a:pt x="3782" y="9025"/>
                  </a:cubicBezTo>
                  <a:cubicBezTo>
                    <a:pt x="3771" y="9329"/>
                    <a:pt x="3771" y="9632"/>
                    <a:pt x="3771" y="9936"/>
                  </a:cubicBezTo>
                  <a:lnTo>
                    <a:pt x="3771" y="10484"/>
                  </a:lnTo>
                  <a:lnTo>
                    <a:pt x="3817" y="10519"/>
                  </a:lnTo>
                  <a:cubicBezTo>
                    <a:pt x="3969" y="10391"/>
                    <a:pt x="4132" y="10286"/>
                    <a:pt x="4284" y="10157"/>
                  </a:cubicBezTo>
                  <a:cubicBezTo>
                    <a:pt x="4704" y="9819"/>
                    <a:pt x="5020" y="9375"/>
                    <a:pt x="5218" y="8885"/>
                  </a:cubicBezTo>
                  <a:cubicBezTo>
                    <a:pt x="5358" y="8547"/>
                    <a:pt x="5463" y="8196"/>
                    <a:pt x="5510" y="7834"/>
                  </a:cubicBezTo>
                  <a:cubicBezTo>
                    <a:pt x="5545" y="7601"/>
                    <a:pt x="5568" y="7368"/>
                    <a:pt x="5591" y="7134"/>
                  </a:cubicBezTo>
                  <a:cubicBezTo>
                    <a:pt x="5615" y="6842"/>
                    <a:pt x="5650" y="6550"/>
                    <a:pt x="5650" y="6259"/>
                  </a:cubicBezTo>
                  <a:cubicBezTo>
                    <a:pt x="5650" y="6037"/>
                    <a:pt x="5638" y="5827"/>
                    <a:pt x="5603" y="5605"/>
                  </a:cubicBezTo>
                  <a:cubicBezTo>
                    <a:pt x="5591" y="5336"/>
                    <a:pt x="5545" y="5068"/>
                    <a:pt x="5498" y="4800"/>
                  </a:cubicBezTo>
                  <a:cubicBezTo>
                    <a:pt x="5405" y="4426"/>
                    <a:pt x="5276" y="4064"/>
                    <a:pt x="5160" y="3714"/>
                  </a:cubicBezTo>
                  <a:cubicBezTo>
                    <a:pt x="4949" y="3142"/>
                    <a:pt x="4658" y="2617"/>
                    <a:pt x="4284" y="2150"/>
                  </a:cubicBezTo>
                  <a:cubicBezTo>
                    <a:pt x="3969" y="1753"/>
                    <a:pt x="3630" y="1368"/>
                    <a:pt x="3280" y="1018"/>
                  </a:cubicBezTo>
                  <a:cubicBezTo>
                    <a:pt x="3105" y="842"/>
                    <a:pt x="2907" y="691"/>
                    <a:pt x="2697" y="551"/>
                  </a:cubicBezTo>
                  <a:cubicBezTo>
                    <a:pt x="2451" y="364"/>
                    <a:pt x="2183" y="235"/>
                    <a:pt x="1891" y="154"/>
                  </a:cubicBezTo>
                  <a:cubicBezTo>
                    <a:pt x="1573" y="53"/>
                    <a:pt x="1242" y="1"/>
                    <a:pt x="9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0" name="Google Shape;360;p46"/>
          <p:cNvSpPr txBox="1"/>
          <p:nvPr>
            <p:ph type="title"/>
          </p:nvPr>
        </p:nvSpPr>
        <p:spPr>
          <a:xfrm>
            <a:off x="1025832" y="-96400"/>
            <a:ext cx="6912600" cy="15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-GB" sz="4800"/>
              <a:t>Best Performing Models</a:t>
            </a:r>
            <a:endParaRPr sz="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7"/>
          <p:cNvSpPr/>
          <p:nvPr/>
        </p:nvSpPr>
        <p:spPr>
          <a:xfrm rot="5400000">
            <a:off x="-3447872" y="-347560"/>
            <a:ext cx="9745579" cy="5418540"/>
          </a:xfrm>
          <a:custGeom>
            <a:rect b="b" l="l" r="r" t="t"/>
            <a:pathLst>
              <a:path extrusionOk="0" h="5171330" w="6869188">
                <a:moveTo>
                  <a:pt x="609600" y="37856"/>
                </a:moveTo>
                <a:lnTo>
                  <a:pt x="609600" y="37856"/>
                </a:lnTo>
                <a:cubicBezTo>
                  <a:pt x="974044" y="8701"/>
                  <a:pt x="1172153" y="-21815"/>
                  <a:pt x="1556084" y="21814"/>
                </a:cubicBezTo>
                <a:cubicBezTo>
                  <a:pt x="1613309" y="28317"/>
                  <a:pt x="1662579" y="65761"/>
                  <a:pt x="1716505" y="85983"/>
                </a:cubicBezTo>
                <a:cubicBezTo>
                  <a:pt x="1790938" y="113895"/>
                  <a:pt x="1868266" y="134330"/>
                  <a:pt x="1941095" y="166193"/>
                </a:cubicBezTo>
                <a:cubicBezTo>
                  <a:pt x="2129828" y="248763"/>
                  <a:pt x="2221881" y="298003"/>
                  <a:pt x="2374232" y="406825"/>
                </a:cubicBezTo>
                <a:cubicBezTo>
                  <a:pt x="2536877" y="523000"/>
                  <a:pt x="2581558" y="553069"/>
                  <a:pt x="2711116" y="695583"/>
                </a:cubicBezTo>
                <a:cubicBezTo>
                  <a:pt x="2772371" y="762964"/>
                  <a:pt x="2826046" y="837003"/>
                  <a:pt x="2887579" y="904130"/>
                </a:cubicBezTo>
                <a:cubicBezTo>
                  <a:pt x="2946400" y="968298"/>
                  <a:pt x="3006923" y="1030947"/>
                  <a:pt x="3064042" y="1096635"/>
                </a:cubicBezTo>
                <a:cubicBezTo>
                  <a:pt x="3113912" y="1153986"/>
                  <a:pt x="3153321" y="1220754"/>
                  <a:pt x="3208421" y="1273099"/>
                </a:cubicBezTo>
                <a:cubicBezTo>
                  <a:pt x="3299180" y="1359320"/>
                  <a:pt x="3483195" y="1463081"/>
                  <a:pt x="3593432" y="1513730"/>
                </a:cubicBezTo>
                <a:cubicBezTo>
                  <a:pt x="3731919" y="1577359"/>
                  <a:pt x="4043926" y="1708823"/>
                  <a:pt x="4219074" y="1754362"/>
                </a:cubicBezTo>
                <a:cubicBezTo>
                  <a:pt x="4385628" y="1797666"/>
                  <a:pt x="4737769" y="1850614"/>
                  <a:pt x="5021179" y="1946867"/>
                </a:cubicBezTo>
                <a:cubicBezTo>
                  <a:pt x="5304589" y="2043120"/>
                  <a:pt x="5830178" y="2295709"/>
                  <a:pt x="5919537" y="2331878"/>
                </a:cubicBezTo>
                <a:cubicBezTo>
                  <a:pt x="6305961" y="2488288"/>
                  <a:pt x="6125410" y="2473583"/>
                  <a:pt x="6272463" y="2604593"/>
                </a:cubicBezTo>
                <a:cubicBezTo>
                  <a:pt x="6419516" y="2735603"/>
                  <a:pt x="6720800" y="2955835"/>
                  <a:pt x="6801853" y="3117941"/>
                </a:cubicBezTo>
                <a:lnTo>
                  <a:pt x="6849979" y="3214193"/>
                </a:lnTo>
                <a:cubicBezTo>
                  <a:pt x="6869549" y="3546892"/>
                  <a:pt x="6892082" y="3717331"/>
                  <a:pt x="6817895" y="4096509"/>
                </a:cubicBezTo>
                <a:cubicBezTo>
                  <a:pt x="6809557" y="4139125"/>
                  <a:pt x="6618921" y="4338774"/>
                  <a:pt x="6593305" y="4353183"/>
                </a:cubicBezTo>
                <a:cubicBezTo>
                  <a:pt x="6392206" y="4466301"/>
                  <a:pt x="5845367" y="4636837"/>
                  <a:pt x="5662863" y="4690067"/>
                </a:cubicBezTo>
                <a:cubicBezTo>
                  <a:pt x="5402969" y="4765869"/>
                  <a:pt x="4808813" y="4918946"/>
                  <a:pt x="4523874" y="4962783"/>
                </a:cubicBezTo>
                <a:cubicBezTo>
                  <a:pt x="4145623" y="5020976"/>
                  <a:pt x="3765806" y="5070299"/>
                  <a:pt x="3384884" y="5107162"/>
                </a:cubicBezTo>
                <a:cubicBezTo>
                  <a:pt x="3219116" y="5123204"/>
                  <a:pt x="3053858" y="5145920"/>
                  <a:pt x="2887579" y="5155288"/>
                </a:cubicBezTo>
                <a:cubicBezTo>
                  <a:pt x="2673956" y="5167323"/>
                  <a:pt x="2459790" y="5165983"/>
                  <a:pt x="2245895" y="5171330"/>
                </a:cubicBezTo>
                <a:cubicBezTo>
                  <a:pt x="1876926" y="5139246"/>
                  <a:pt x="1506691" y="5119378"/>
                  <a:pt x="1138989" y="5075077"/>
                </a:cubicBezTo>
                <a:cubicBezTo>
                  <a:pt x="974851" y="5055301"/>
                  <a:pt x="649255" y="4901189"/>
                  <a:pt x="545432" y="4834446"/>
                </a:cubicBezTo>
                <a:cubicBezTo>
                  <a:pt x="425213" y="4757162"/>
                  <a:pt x="311103" y="4706281"/>
                  <a:pt x="224589" y="4593814"/>
                </a:cubicBezTo>
                <a:cubicBezTo>
                  <a:pt x="198303" y="4559643"/>
                  <a:pt x="180592" y="4519622"/>
                  <a:pt x="160421" y="4481520"/>
                </a:cubicBezTo>
                <a:cubicBezTo>
                  <a:pt x="132448" y="4428682"/>
                  <a:pt x="102415" y="4376608"/>
                  <a:pt x="80211" y="4321099"/>
                </a:cubicBezTo>
                <a:cubicBezTo>
                  <a:pt x="29300" y="4193821"/>
                  <a:pt x="22725" y="4104520"/>
                  <a:pt x="0" y="3968172"/>
                </a:cubicBezTo>
                <a:cubicBezTo>
                  <a:pt x="10695" y="3294404"/>
                  <a:pt x="13242" y="2620457"/>
                  <a:pt x="32084" y="1946867"/>
                </a:cubicBezTo>
                <a:cubicBezTo>
                  <a:pt x="34643" y="1855371"/>
                  <a:pt x="48077" y="1764258"/>
                  <a:pt x="64168" y="1674151"/>
                </a:cubicBezTo>
                <a:cubicBezTo>
                  <a:pt x="101592" y="1464576"/>
                  <a:pt x="128397" y="1251517"/>
                  <a:pt x="192505" y="1048509"/>
                </a:cubicBezTo>
                <a:cubicBezTo>
                  <a:pt x="224589" y="946909"/>
                  <a:pt x="251105" y="843379"/>
                  <a:pt x="288758" y="743709"/>
                </a:cubicBezTo>
                <a:cubicBezTo>
                  <a:pt x="342108" y="602488"/>
                  <a:pt x="397709" y="461639"/>
                  <a:pt x="465221" y="326614"/>
                </a:cubicBezTo>
                <a:cubicBezTo>
                  <a:pt x="486610" y="283835"/>
                  <a:pt x="502165" y="237601"/>
                  <a:pt x="529389" y="198277"/>
                </a:cubicBezTo>
                <a:cubicBezTo>
                  <a:pt x="550912" y="167189"/>
                  <a:pt x="584479" y="146328"/>
                  <a:pt x="609600" y="118067"/>
                </a:cubicBezTo>
                <a:cubicBezTo>
                  <a:pt x="674244" y="45343"/>
                  <a:pt x="626949" y="53899"/>
                  <a:pt x="689811" y="53899"/>
                </a:cubicBezTo>
                <a:lnTo>
                  <a:pt x="609600" y="37856"/>
                </a:lnTo>
                <a:close/>
              </a:path>
            </a:pathLst>
          </a:custGeom>
          <a:solidFill>
            <a:srgbClr val="E2C1AC"/>
          </a:solidFill>
          <a:ln cap="flat" cmpd="sng" w="25400">
            <a:solidFill>
              <a:srgbClr val="E2C1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47"/>
          <p:cNvSpPr txBox="1"/>
          <p:nvPr>
            <p:ph type="title"/>
          </p:nvPr>
        </p:nvSpPr>
        <p:spPr>
          <a:xfrm>
            <a:off x="3465075" y="380652"/>
            <a:ext cx="5153100" cy="12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en-GB" sz="3000"/>
              <a:t>Seasonal Naive</a:t>
            </a:r>
            <a:endParaRPr sz="1100"/>
          </a:p>
        </p:txBody>
      </p:sp>
      <p:sp>
        <p:nvSpPr>
          <p:cNvPr id="367" name="Google Shape;367;p47"/>
          <p:cNvSpPr txBox="1"/>
          <p:nvPr>
            <p:ph idx="1" type="body"/>
          </p:nvPr>
        </p:nvSpPr>
        <p:spPr>
          <a:xfrm>
            <a:off x="3781436" y="811620"/>
            <a:ext cx="5153215" cy="28023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 indent="-228600" lvl="0" marL="3429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GB" sz="15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strong monthly swings</a:t>
            </a:r>
            <a:endParaRPr sz="1100"/>
          </a:p>
        </p:txBody>
      </p:sp>
      <p:pic>
        <p:nvPicPr>
          <p:cNvPr id="368" name="Google Shape;368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2950" y="1289725"/>
            <a:ext cx="7104649" cy="3853775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47"/>
          <p:cNvSpPr/>
          <p:nvPr/>
        </p:nvSpPr>
        <p:spPr>
          <a:xfrm flipH="1" rot="-5400000">
            <a:off x="7281583" y="355286"/>
            <a:ext cx="2993315" cy="1740627"/>
          </a:xfrm>
          <a:custGeom>
            <a:rect b="b" l="l" r="r" t="t"/>
            <a:pathLst>
              <a:path extrusionOk="0" h="53952" w="92297">
                <a:moveTo>
                  <a:pt x="38287" y="1"/>
                </a:moveTo>
                <a:cubicBezTo>
                  <a:pt x="37676" y="1"/>
                  <a:pt x="37064" y="10"/>
                  <a:pt x="36454" y="35"/>
                </a:cubicBezTo>
                <a:cubicBezTo>
                  <a:pt x="34843" y="117"/>
                  <a:pt x="33232" y="292"/>
                  <a:pt x="31645" y="584"/>
                </a:cubicBezTo>
                <a:cubicBezTo>
                  <a:pt x="29766" y="899"/>
                  <a:pt x="27898" y="1307"/>
                  <a:pt x="26042" y="1774"/>
                </a:cubicBezTo>
                <a:cubicBezTo>
                  <a:pt x="23976" y="2300"/>
                  <a:pt x="21980" y="3058"/>
                  <a:pt x="20019" y="3899"/>
                </a:cubicBezTo>
                <a:cubicBezTo>
                  <a:pt x="17462" y="4984"/>
                  <a:pt x="15000" y="6257"/>
                  <a:pt x="12700" y="7821"/>
                </a:cubicBezTo>
                <a:cubicBezTo>
                  <a:pt x="10972" y="8988"/>
                  <a:pt x="9280" y="10225"/>
                  <a:pt x="7692" y="11556"/>
                </a:cubicBezTo>
                <a:cubicBezTo>
                  <a:pt x="6198" y="12817"/>
                  <a:pt x="4786" y="14159"/>
                  <a:pt x="3455" y="15583"/>
                </a:cubicBezTo>
                <a:cubicBezTo>
                  <a:pt x="2276" y="16821"/>
                  <a:pt x="1237" y="18198"/>
                  <a:pt x="152" y="19517"/>
                </a:cubicBezTo>
                <a:cubicBezTo>
                  <a:pt x="47" y="19692"/>
                  <a:pt x="0" y="19891"/>
                  <a:pt x="12" y="20089"/>
                </a:cubicBezTo>
                <a:lnTo>
                  <a:pt x="12" y="43119"/>
                </a:lnTo>
                <a:lnTo>
                  <a:pt x="12" y="53952"/>
                </a:lnTo>
                <a:lnTo>
                  <a:pt x="92227" y="53952"/>
                </a:lnTo>
                <a:cubicBezTo>
                  <a:pt x="92262" y="53928"/>
                  <a:pt x="92273" y="53847"/>
                  <a:pt x="92297" y="53800"/>
                </a:cubicBezTo>
                <a:lnTo>
                  <a:pt x="87919" y="53788"/>
                </a:lnTo>
                <a:cubicBezTo>
                  <a:pt x="87966" y="53170"/>
                  <a:pt x="88036" y="52574"/>
                  <a:pt x="88048" y="51979"/>
                </a:cubicBezTo>
                <a:cubicBezTo>
                  <a:pt x="88094" y="50263"/>
                  <a:pt x="88153" y="48547"/>
                  <a:pt x="88129" y="46820"/>
                </a:cubicBezTo>
                <a:cubicBezTo>
                  <a:pt x="88094" y="45617"/>
                  <a:pt x="88001" y="44415"/>
                  <a:pt x="87849" y="43224"/>
                </a:cubicBezTo>
                <a:cubicBezTo>
                  <a:pt x="87557" y="40820"/>
                  <a:pt x="87172" y="38427"/>
                  <a:pt x="86472" y="36116"/>
                </a:cubicBezTo>
                <a:cubicBezTo>
                  <a:pt x="85900" y="34260"/>
                  <a:pt x="85316" y="32392"/>
                  <a:pt x="84628" y="30571"/>
                </a:cubicBezTo>
                <a:cubicBezTo>
                  <a:pt x="83659" y="28096"/>
                  <a:pt x="82468" y="25704"/>
                  <a:pt x="81067" y="23451"/>
                </a:cubicBezTo>
                <a:cubicBezTo>
                  <a:pt x="79632" y="21081"/>
                  <a:pt x="77997" y="18852"/>
                  <a:pt x="76176" y="16786"/>
                </a:cubicBezTo>
                <a:cubicBezTo>
                  <a:pt x="75336" y="15840"/>
                  <a:pt x="74484" y="14883"/>
                  <a:pt x="73585" y="13996"/>
                </a:cubicBezTo>
                <a:cubicBezTo>
                  <a:pt x="69710" y="10179"/>
                  <a:pt x="65239" y="7039"/>
                  <a:pt x="60348" y="4693"/>
                </a:cubicBezTo>
                <a:cubicBezTo>
                  <a:pt x="58422" y="3759"/>
                  <a:pt x="56438" y="2977"/>
                  <a:pt x="54395" y="2358"/>
                </a:cubicBezTo>
                <a:cubicBezTo>
                  <a:pt x="52609" y="1821"/>
                  <a:pt x="50812" y="1342"/>
                  <a:pt x="48991" y="922"/>
                </a:cubicBezTo>
                <a:cubicBezTo>
                  <a:pt x="47905" y="677"/>
                  <a:pt x="46796" y="502"/>
                  <a:pt x="45687" y="385"/>
                </a:cubicBezTo>
                <a:cubicBezTo>
                  <a:pt x="44637" y="245"/>
                  <a:pt x="43586" y="128"/>
                  <a:pt x="42524" y="93"/>
                </a:cubicBezTo>
                <a:cubicBezTo>
                  <a:pt x="41115" y="53"/>
                  <a:pt x="39700" y="1"/>
                  <a:pt x="3828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47"/>
          <p:cNvSpPr/>
          <p:nvPr/>
        </p:nvSpPr>
        <p:spPr>
          <a:xfrm flipH="1" rot="-900131">
            <a:off x="7596400" y="-30629"/>
            <a:ext cx="2363681" cy="1684499"/>
          </a:xfrm>
          <a:custGeom>
            <a:rect b="b" l="l" r="r" t="t"/>
            <a:pathLst>
              <a:path extrusionOk="0" h="35183" w="57186">
                <a:moveTo>
                  <a:pt x="12829" y="1"/>
                </a:moveTo>
                <a:cubicBezTo>
                  <a:pt x="11872" y="71"/>
                  <a:pt x="10646" y="141"/>
                  <a:pt x="9409" y="257"/>
                </a:cubicBezTo>
                <a:cubicBezTo>
                  <a:pt x="7856" y="397"/>
                  <a:pt x="6350" y="818"/>
                  <a:pt x="4950" y="1506"/>
                </a:cubicBezTo>
                <a:cubicBezTo>
                  <a:pt x="3129" y="2417"/>
                  <a:pt x="1728" y="3748"/>
                  <a:pt x="911" y="5627"/>
                </a:cubicBezTo>
                <a:cubicBezTo>
                  <a:pt x="257" y="7156"/>
                  <a:pt x="0" y="8814"/>
                  <a:pt x="175" y="10471"/>
                </a:cubicBezTo>
                <a:cubicBezTo>
                  <a:pt x="292" y="11907"/>
                  <a:pt x="701" y="13319"/>
                  <a:pt x="1378" y="14592"/>
                </a:cubicBezTo>
                <a:cubicBezTo>
                  <a:pt x="1751" y="15339"/>
                  <a:pt x="2277" y="15981"/>
                  <a:pt x="2930" y="16494"/>
                </a:cubicBezTo>
                <a:cubicBezTo>
                  <a:pt x="4031" y="17306"/>
                  <a:pt x="5364" y="17747"/>
                  <a:pt x="6728" y="17747"/>
                </a:cubicBezTo>
                <a:cubicBezTo>
                  <a:pt x="6797" y="17747"/>
                  <a:pt x="6865" y="17745"/>
                  <a:pt x="6934" y="17743"/>
                </a:cubicBezTo>
                <a:cubicBezTo>
                  <a:pt x="7880" y="17720"/>
                  <a:pt x="8825" y="17486"/>
                  <a:pt x="9759" y="17346"/>
                </a:cubicBezTo>
                <a:cubicBezTo>
                  <a:pt x="10774" y="17183"/>
                  <a:pt x="11802" y="16926"/>
                  <a:pt x="12817" y="16844"/>
                </a:cubicBezTo>
                <a:cubicBezTo>
                  <a:pt x="13199" y="16810"/>
                  <a:pt x="13579" y="16794"/>
                  <a:pt x="13957" y="16794"/>
                </a:cubicBezTo>
                <a:cubicBezTo>
                  <a:pt x="15522" y="16794"/>
                  <a:pt x="17058" y="17075"/>
                  <a:pt x="18572" y="17545"/>
                </a:cubicBezTo>
                <a:cubicBezTo>
                  <a:pt x="20544" y="18152"/>
                  <a:pt x="22389" y="18981"/>
                  <a:pt x="23965" y="20346"/>
                </a:cubicBezTo>
                <a:cubicBezTo>
                  <a:pt x="25109" y="21338"/>
                  <a:pt x="26217" y="22377"/>
                  <a:pt x="27315" y="23440"/>
                </a:cubicBezTo>
                <a:cubicBezTo>
                  <a:pt x="28003" y="24105"/>
                  <a:pt x="28645" y="24817"/>
                  <a:pt x="29252" y="25552"/>
                </a:cubicBezTo>
                <a:cubicBezTo>
                  <a:pt x="29964" y="26404"/>
                  <a:pt x="30816" y="27035"/>
                  <a:pt x="31890" y="27292"/>
                </a:cubicBezTo>
                <a:cubicBezTo>
                  <a:pt x="32087" y="27337"/>
                  <a:pt x="32281" y="27365"/>
                  <a:pt x="32463" y="27365"/>
                </a:cubicBezTo>
                <a:cubicBezTo>
                  <a:pt x="33069" y="27365"/>
                  <a:pt x="33540" y="27056"/>
                  <a:pt x="33513" y="26078"/>
                </a:cubicBezTo>
                <a:cubicBezTo>
                  <a:pt x="33501" y="25482"/>
                  <a:pt x="33338" y="24887"/>
                  <a:pt x="33279" y="24292"/>
                </a:cubicBezTo>
                <a:cubicBezTo>
                  <a:pt x="33198" y="23603"/>
                  <a:pt x="33174" y="22914"/>
                  <a:pt x="33198" y="22226"/>
                </a:cubicBezTo>
                <a:cubicBezTo>
                  <a:pt x="33247" y="21648"/>
                  <a:pt x="33545" y="21325"/>
                  <a:pt x="33962" y="21325"/>
                </a:cubicBezTo>
                <a:cubicBezTo>
                  <a:pt x="34144" y="21325"/>
                  <a:pt x="34348" y="21386"/>
                  <a:pt x="34563" y="21514"/>
                </a:cubicBezTo>
                <a:cubicBezTo>
                  <a:pt x="35159" y="21852"/>
                  <a:pt x="35707" y="22261"/>
                  <a:pt x="36221" y="22728"/>
                </a:cubicBezTo>
                <a:cubicBezTo>
                  <a:pt x="37365" y="23848"/>
                  <a:pt x="38357" y="25120"/>
                  <a:pt x="39186" y="26498"/>
                </a:cubicBezTo>
                <a:cubicBezTo>
                  <a:pt x="40073" y="27934"/>
                  <a:pt x="40890" y="29439"/>
                  <a:pt x="41754" y="30898"/>
                </a:cubicBezTo>
                <a:cubicBezTo>
                  <a:pt x="42513" y="32206"/>
                  <a:pt x="43330" y="33478"/>
                  <a:pt x="44462" y="34505"/>
                </a:cubicBezTo>
                <a:cubicBezTo>
                  <a:pt x="44754" y="34762"/>
                  <a:pt x="45104" y="34972"/>
                  <a:pt x="45466" y="35112"/>
                </a:cubicBezTo>
                <a:cubicBezTo>
                  <a:pt x="45587" y="35160"/>
                  <a:pt x="45698" y="35183"/>
                  <a:pt x="45800" y="35183"/>
                </a:cubicBezTo>
                <a:cubicBezTo>
                  <a:pt x="46122" y="35183"/>
                  <a:pt x="46351" y="34957"/>
                  <a:pt x="46493" y="34575"/>
                </a:cubicBezTo>
                <a:cubicBezTo>
                  <a:pt x="46656" y="34097"/>
                  <a:pt x="46563" y="33630"/>
                  <a:pt x="46400" y="33198"/>
                </a:cubicBezTo>
                <a:cubicBezTo>
                  <a:pt x="45711" y="31389"/>
                  <a:pt x="44742" y="29743"/>
                  <a:pt x="43668" y="28155"/>
                </a:cubicBezTo>
                <a:cubicBezTo>
                  <a:pt x="43330" y="27665"/>
                  <a:pt x="43026" y="27163"/>
                  <a:pt x="42746" y="26650"/>
                </a:cubicBezTo>
                <a:cubicBezTo>
                  <a:pt x="42594" y="26369"/>
                  <a:pt x="42548" y="26031"/>
                  <a:pt x="42793" y="25774"/>
                </a:cubicBezTo>
                <a:cubicBezTo>
                  <a:pt x="42924" y="25630"/>
                  <a:pt x="43086" y="25560"/>
                  <a:pt x="43263" y="25560"/>
                </a:cubicBezTo>
                <a:cubicBezTo>
                  <a:pt x="43416" y="25560"/>
                  <a:pt x="43582" y="25613"/>
                  <a:pt x="43750" y="25716"/>
                </a:cubicBezTo>
                <a:cubicBezTo>
                  <a:pt x="43983" y="25867"/>
                  <a:pt x="44193" y="26054"/>
                  <a:pt x="44415" y="26206"/>
                </a:cubicBezTo>
                <a:cubicBezTo>
                  <a:pt x="44859" y="26521"/>
                  <a:pt x="45267" y="26930"/>
                  <a:pt x="45758" y="27105"/>
                </a:cubicBezTo>
                <a:cubicBezTo>
                  <a:pt x="45986" y="27185"/>
                  <a:pt x="46200" y="27224"/>
                  <a:pt x="46393" y="27224"/>
                </a:cubicBezTo>
                <a:cubicBezTo>
                  <a:pt x="47045" y="27224"/>
                  <a:pt x="47445" y="26773"/>
                  <a:pt x="47310" y="25926"/>
                </a:cubicBezTo>
                <a:cubicBezTo>
                  <a:pt x="47263" y="25681"/>
                  <a:pt x="47205" y="25436"/>
                  <a:pt x="47112" y="25190"/>
                </a:cubicBezTo>
                <a:cubicBezTo>
                  <a:pt x="46481" y="23556"/>
                  <a:pt x="45256" y="22389"/>
                  <a:pt x="43960" y="21280"/>
                </a:cubicBezTo>
                <a:cubicBezTo>
                  <a:pt x="42921" y="20393"/>
                  <a:pt x="41882" y="19506"/>
                  <a:pt x="40855" y="18572"/>
                </a:cubicBezTo>
                <a:cubicBezTo>
                  <a:pt x="40517" y="18233"/>
                  <a:pt x="40213" y="17860"/>
                  <a:pt x="39968" y="17440"/>
                </a:cubicBezTo>
                <a:cubicBezTo>
                  <a:pt x="39734" y="17101"/>
                  <a:pt x="39828" y="16763"/>
                  <a:pt x="40225" y="16658"/>
                </a:cubicBezTo>
                <a:cubicBezTo>
                  <a:pt x="40530" y="16589"/>
                  <a:pt x="40870" y="16525"/>
                  <a:pt x="41193" y="16525"/>
                </a:cubicBezTo>
                <a:cubicBezTo>
                  <a:pt x="41364" y="16525"/>
                  <a:pt x="41530" y="16543"/>
                  <a:pt x="41684" y="16588"/>
                </a:cubicBezTo>
                <a:cubicBezTo>
                  <a:pt x="42594" y="16868"/>
                  <a:pt x="43481" y="17230"/>
                  <a:pt x="44345" y="17673"/>
                </a:cubicBezTo>
                <a:cubicBezTo>
                  <a:pt x="46061" y="18549"/>
                  <a:pt x="47450" y="19879"/>
                  <a:pt x="48804" y="21245"/>
                </a:cubicBezTo>
                <a:cubicBezTo>
                  <a:pt x="50847" y="23311"/>
                  <a:pt x="52983" y="25307"/>
                  <a:pt x="54536" y="27817"/>
                </a:cubicBezTo>
                <a:cubicBezTo>
                  <a:pt x="54802" y="28267"/>
                  <a:pt x="55321" y="28514"/>
                  <a:pt x="55780" y="28514"/>
                </a:cubicBezTo>
                <a:cubicBezTo>
                  <a:pt x="55905" y="28514"/>
                  <a:pt x="56025" y="28496"/>
                  <a:pt x="56135" y="28459"/>
                </a:cubicBezTo>
                <a:cubicBezTo>
                  <a:pt x="56765" y="28249"/>
                  <a:pt x="57115" y="27700"/>
                  <a:pt x="57139" y="26988"/>
                </a:cubicBezTo>
                <a:cubicBezTo>
                  <a:pt x="57185" y="25867"/>
                  <a:pt x="56672" y="24969"/>
                  <a:pt x="56053" y="24128"/>
                </a:cubicBezTo>
                <a:cubicBezTo>
                  <a:pt x="55283" y="23078"/>
                  <a:pt x="54466" y="22062"/>
                  <a:pt x="53590" y="21093"/>
                </a:cubicBezTo>
                <a:cubicBezTo>
                  <a:pt x="52610" y="20031"/>
                  <a:pt x="51582" y="19027"/>
                  <a:pt x="50485" y="18082"/>
                </a:cubicBezTo>
                <a:cubicBezTo>
                  <a:pt x="49353" y="17090"/>
                  <a:pt x="48162" y="16156"/>
                  <a:pt x="46925" y="15304"/>
                </a:cubicBezTo>
                <a:cubicBezTo>
                  <a:pt x="45454" y="14265"/>
                  <a:pt x="43925" y="13319"/>
                  <a:pt x="42361" y="12444"/>
                </a:cubicBezTo>
                <a:cubicBezTo>
                  <a:pt x="39770" y="11055"/>
                  <a:pt x="37108" y="9782"/>
                  <a:pt x="34493" y="8428"/>
                </a:cubicBezTo>
                <a:cubicBezTo>
                  <a:pt x="34027" y="8172"/>
                  <a:pt x="33583" y="7868"/>
                  <a:pt x="33174" y="7530"/>
                </a:cubicBezTo>
                <a:cubicBezTo>
                  <a:pt x="32964" y="7378"/>
                  <a:pt x="32988" y="7214"/>
                  <a:pt x="33256" y="7109"/>
                </a:cubicBezTo>
                <a:cubicBezTo>
                  <a:pt x="33349" y="7086"/>
                  <a:pt x="33431" y="7051"/>
                  <a:pt x="33525" y="7016"/>
                </a:cubicBezTo>
                <a:cubicBezTo>
                  <a:pt x="34015" y="6911"/>
                  <a:pt x="34505" y="6771"/>
                  <a:pt x="34984" y="6619"/>
                </a:cubicBezTo>
                <a:cubicBezTo>
                  <a:pt x="35626" y="6374"/>
                  <a:pt x="35707" y="5697"/>
                  <a:pt x="35170" y="5277"/>
                </a:cubicBezTo>
                <a:cubicBezTo>
                  <a:pt x="34995" y="5137"/>
                  <a:pt x="34809" y="5020"/>
                  <a:pt x="34610" y="4938"/>
                </a:cubicBezTo>
                <a:cubicBezTo>
                  <a:pt x="33093" y="4296"/>
                  <a:pt x="31587" y="3619"/>
                  <a:pt x="30046" y="3036"/>
                </a:cubicBezTo>
                <a:cubicBezTo>
                  <a:pt x="27770" y="2183"/>
                  <a:pt x="25447" y="1436"/>
                  <a:pt x="23031" y="1063"/>
                </a:cubicBezTo>
                <a:cubicBezTo>
                  <a:pt x="20930" y="748"/>
                  <a:pt x="18840" y="432"/>
                  <a:pt x="16727" y="199"/>
                </a:cubicBezTo>
                <a:cubicBezTo>
                  <a:pt x="15537" y="59"/>
                  <a:pt x="14311" y="71"/>
                  <a:pt x="1282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8"/>
          <p:cNvSpPr/>
          <p:nvPr/>
        </p:nvSpPr>
        <p:spPr>
          <a:xfrm rot="5400000">
            <a:off x="-3447872" y="-347560"/>
            <a:ext cx="9745579" cy="5418540"/>
          </a:xfrm>
          <a:custGeom>
            <a:rect b="b" l="l" r="r" t="t"/>
            <a:pathLst>
              <a:path extrusionOk="0" h="5171330" w="6869188">
                <a:moveTo>
                  <a:pt x="609600" y="37856"/>
                </a:moveTo>
                <a:lnTo>
                  <a:pt x="609600" y="37856"/>
                </a:lnTo>
                <a:cubicBezTo>
                  <a:pt x="974044" y="8701"/>
                  <a:pt x="1172153" y="-21815"/>
                  <a:pt x="1556084" y="21814"/>
                </a:cubicBezTo>
                <a:cubicBezTo>
                  <a:pt x="1613309" y="28317"/>
                  <a:pt x="1662579" y="65761"/>
                  <a:pt x="1716505" y="85983"/>
                </a:cubicBezTo>
                <a:cubicBezTo>
                  <a:pt x="1790938" y="113895"/>
                  <a:pt x="1868266" y="134330"/>
                  <a:pt x="1941095" y="166193"/>
                </a:cubicBezTo>
                <a:cubicBezTo>
                  <a:pt x="2129828" y="248763"/>
                  <a:pt x="2221881" y="298003"/>
                  <a:pt x="2374232" y="406825"/>
                </a:cubicBezTo>
                <a:cubicBezTo>
                  <a:pt x="2536877" y="523000"/>
                  <a:pt x="2581558" y="553069"/>
                  <a:pt x="2711116" y="695583"/>
                </a:cubicBezTo>
                <a:cubicBezTo>
                  <a:pt x="2772371" y="762964"/>
                  <a:pt x="2826046" y="837003"/>
                  <a:pt x="2887579" y="904130"/>
                </a:cubicBezTo>
                <a:cubicBezTo>
                  <a:pt x="2946400" y="968298"/>
                  <a:pt x="3006923" y="1030947"/>
                  <a:pt x="3064042" y="1096635"/>
                </a:cubicBezTo>
                <a:cubicBezTo>
                  <a:pt x="3113912" y="1153986"/>
                  <a:pt x="3153321" y="1220754"/>
                  <a:pt x="3208421" y="1273099"/>
                </a:cubicBezTo>
                <a:cubicBezTo>
                  <a:pt x="3299180" y="1359320"/>
                  <a:pt x="3483195" y="1463081"/>
                  <a:pt x="3593432" y="1513730"/>
                </a:cubicBezTo>
                <a:cubicBezTo>
                  <a:pt x="3731919" y="1577359"/>
                  <a:pt x="4043926" y="1708823"/>
                  <a:pt x="4219074" y="1754362"/>
                </a:cubicBezTo>
                <a:cubicBezTo>
                  <a:pt x="4385628" y="1797666"/>
                  <a:pt x="4737769" y="1850614"/>
                  <a:pt x="5021179" y="1946867"/>
                </a:cubicBezTo>
                <a:cubicBezTo>
                  <a:pt x="5304589" y="2043120"/>
                  <a:pt x="5830178" y="2295709"/>
                  <a:pt x="5919537" y="2331878"/>
                </a:cubicBezTo>
                <a:cubicBezTo>
                  <a:pt x="6305961" y="2488288"/>
                  <a:pt x="6125410" y="2473583"/>
                  <a:pt x="6272463" y="2604593"/>
                </a:cubicBezTo>
                <a:cubicBezTo>
                  <a:pt x="6419516" y="2735603"/>
                  <a:pt x="6720800" y="2955835"/>
                  <a:pt x="6801853" y="3117941"/>
                </a:cubicBezTo>
                <a:lnTo>
                  <a:pt x="6849979" y="3214193"/>
                </a:lnTo>
                <a:cubicBezTo>
                  <a:pt x="6869549" y="3546892"/>
                  <a:pt x="6892082" y="3717331"/>
                  <a:pt x="6817895" y="4096509"/>
                </a:cubicBezTo>
                <a:cubicBezTo>
                  <a:pt x="6809557" y="4139125"/>
                  <a:pt x="6618921" y="4338774"/>
                  <a:pt x="6593305" y="4353183"/>
                </a:cubicBezTo>
                <a:cubicBezTo>
                  <a:pt x="6392206" y="4466301"/>
                  <a:pt x="5845367" y="4636837"/>
                  <a:pt x="5662863" y="4690067"/>
                </a:cubicBezTo>
                <a:cubicBezTo>
                  <a:pt x="5402969" y="4765869"/>
                  <a:pt x="4808813" y="4918946"/>
                  <a:pt x="4523874" y="4962783"/>
                </a:cubicBezTo>
                <a:cubicBezTo>
                  <a:pt x="4145623" y="5020976"/>
                  <a:pt x="3765806" y="5070299"/>
                  <a:pt x="3384884" y="5107162"/>
                </a:cubicBezTo>
                <a:cubicBezTo>
                  <a:pt x="3219116" y="5123204"/>
                  <a:pt x="3053858" y="5145920"/>
                  <a:pt x="2887579" y="5155288"/>
                </a:cubicBezTo>
                <a:cubicBezTo>
                  <a:pt x="2673956" y="5167323"/>
                  <a:pt x="2459790" y="5165983"/>
                  <a:pt x="2245895" y="5171330"/>
                </a:cubicBezTo>
                <a:cubicBezTo>
                  <a:pt x="1876926" y="5139246"/>
                  <a:pt x="1506691" y="5119378"/>
                  <a:pt x="1138989" y="5075077"/>
                </a:cubicBezTo>
                <a:cubicBezTo>
                  <a:pt x="974851" y="5055301"/>
                  <a:pt x="649255" y="4901189"/>
                  <a:pt x="545432" y="4834446"/>
                </a:cubicBezTo>
                <a:cubicBezTo>
                  <a:pt x="425213" y="4757162"/>
                  <a:pt x="311103" y="4706281"/>
                  <a:pt x="224589" y="4593814"/>
                </a:cubicBezTo>
                <a:cubicBezTo>
                  <a:pt x="198303" y="4559643"/>
                  <a:pt x="180592" y="4519622"/>
                  <a:pt x="160421" y="4481520"/>
                </a:cubicBezTo>
                <a:cubicBezTo>
                  <a:pt x="132448" y="4428682"/>
                  <a:pt x="102415" y="4376608"/>
                  <a:pt x="80211" y="4321099"/>
                </a:cubicBezTo>
                <a:cubicBezTo>
                  <a:pt x="29300" y="4193821"/>
                  <a:pt x="22725" y="4104520"/>
                  <a:pt x="0" y="3968172"/>
                </a:cubicBezTo>
                <a:cubicBezTo>
                  <a:pt x="10695" y="3294404"/>
                  <a:pt x="13242" y="2620457"/>
                  <a:pt x="32084" y="1946867"/>
                </a:cubicBezTo>
                <a:cubicBezTo>
                  <a:pt x="34643" y="1855371"/>
                  <a:pt x="48077" y="1764258"/>
                  <a:pt x="64168" y="1674151"/>
                </a:cubicBezTo>
                <a:cubicBezTo>
                  <a:pt x="101592" y="1464576"/>
                  <a:pt x="128397" y="1251517"/>
                  <a:pt x="192505" y="1048509"/>
                </a:cubicBezTo>
                <a:cubicBezTo>
                  <a:pt x="224589" y="946909"/>
                  <a:pt x="251105" y="843379"/>
                  <a:pt x="288758" y="743709"/>
                </a:cubicBezTo>
                <a:cubicBezTo>
                  <a:pt x="342108" y="602488"/>
                  <a:pt x="397709" y="461639"/>
                  <a:pt x="465221" y="326614"/>
                </a:cubicBezTo>
                <a:cubicBezTo>
                  <a:pt x="486610" y="283835"/>
                  <a:pt x="502165" y="237601"/>
                  <a:pt x="529389" y="198277"/>
                </a:cubicBezTo>
                <a:cubicBezTo>
                  <a:pt x="550912" y="167189"/>
                  <a:pt x="584479" y="146328"/>
                  <a:pt x="609600" y="118067"/>
                </a:cubicBezTo>
                <a:cubicBezTo>
                  <a:pt x="674244" y="45343"/>
                  <a:pt x="626949" y="53899"/>
                  <a:pt x="689811" y="53899"/>
                </a:cubicBezTo>
                <a:lnTo>
                  <a:pt x="609600" y="37856"/>
                </a:lnTo>
                <a:close/>
              </a:path>
            </a:pathLst>
          </a:custGeom>
          <a:solidFill>
            <a:srgbClr val="E2C1AC"/>
          </a:solidFill>
          <a:ln cap="flat" cmpd="sng" w="25400">
            <a:solidFill>
              <a:srgbClr val="E2C1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48"/>
          <p:cNvSpPr txBox="1"/>
          <p:nvPr>
            <p:ph type="title"/>
          </p:nvPr>
        </p:nvSpPr>
        <p:spPr>
          <a:xfrm>
            <a:off x="3625024" y="407302"/>
            <a:ext cx="5153215" cy="1256719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en-GB" sz="3000"/>
              <a:t>Random Forest</a:t>
            </a:r>
            <a:endParaRPr sz="1100"/>
          </a:p>
        </p:txBody>
      </p:sp>
      <p:pic>
        <p:nvPicPr>
          <p:cNvPr id="377" name="Google Shape;37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9700" y="1340900"/>
            <a:ext cx="7346883" cy="380259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48"/>
          <p:cNvSpPr/>
          <p:nvPr/>
        </p:nvSpPr>
        <p:spPr>
          <a:xfrm flipH="1" rot="-5400000">
            <a:off x="7281583" y="355286"/>
            <a:ext cx="2993315" cy="1740627"/>
          </a:xfrm>
          <a:custGeom>
            <a:rect b="b" l="l" r="r" t="t"/>
            <a:pathLst>
              <a:path extrusionOk="0" h="53952" w="92297">
                <a:moveTo>
                  <a:pt x="38287" y="1"/>
                </a:moveTo>
                <a:cubicBezTo>
                  <a:pt x="37676" y="1"/>
                  <a:pt x="37064" y="10"/>
                  <a:pt x="36454" y="35"/>
                </a:cubicBezTo>
                <a:cubicBezTo>
                  <a:pt x="34843" y="117"/>
                  <a:pt x="33232" y="292"/>
                  <a:pt x="31645" y="584"/>
                </a:cubicBezTo>
                <a:cubicBezTo>
                  <a:pt x="29766" y="899"/>
                  <a:pt x="27898" y="1307"/>
                  <a:pt x="26042" y="1774"/>
                </a:cubicBezTo>
                <a:cubicBezTo>
                  <a:pt x="23976" y="2300"/>
                  <a:pt x="21980" y="3058"/>
                  <a:pt x="20019" y="3899"/>
                </a:cubicBezTo>
                <a:cubicBezTo>
                  <a:pt x="17462" y="4984"/>
                  <a:pt x="15000" y="6257"/>
                  <a:pt x="12700" y="7821"/>
                </a:cubicBezTo>
                <a:cubicBezTo>
                  <a:pt x="10972" y="8988"/>
                  <a:pt x="9280" y="10225"/>
                  <a:pt x="7692" y="11556"/>
                </a:cubicBezTo>
                <a:cubicBezTo>
                  <a:pt x="6198" y="12817"/>
                  <a:pt x="4786" y="14159"/>
                  <a:pt x="3455" y="15583"/>
                </a:cubicBezTo>
                <a:cubicBezTo>
                  <a:pt x="2276" y="16821"/>
                  <a:pt x="1237" y="18198"/>
                  <a:pt x="152" y="19517"/>
                </a:cubicBezTo>
                <a:cubicBezTo>
                  <a:pt x="47" y="19692"/>
                  <a:pt x="0" y="19891"/>
                  <a:pt x="12" y="20089"/>
                </a:cubicBezTo>
                <a:lnTo>
                  <a:pt x="12" y="43119"/>
                </a:lnTo>
                <a:lnTo>
                  <a:pt x="12" y="53952"/>
                </a:lnTo>
                <a:lnTo>
                  <a:pt x="92227" y="53952"/>
                </a:lnTo>
                <a:cubicBezTo>
                  <a:pt x="92262" y="53928"/>
                  <a:pt x="92273" y="53847"/>
                  <a:pt x="92297" y="53800"/>
                </a:cubicBezTo>
                <a:lnTo>
                  <a:pt x="87919" y="53788"/>
                </a:lnTo>
                <a:cubicBezTo>
                  <a:pt x="87966" y="53170"/>
                  <a:pt x="88036" y="52574"/>
                  <a:pt x="88048" y="51979"/>
                </a:cubicBezTo>
                <a:cubicBezTo>
                  <a:pt x="88094" y="50263"/>
                  <a:pt x="88153" y="48547"/>
                  <a:pt x="88129" y="46820"/>
                </a:cubicBezTo>
                <a:cubicBezTo>
                  <a:pt x="88094" y="45617"/>
                  <a:pt x="88001" y="44415"/>
                  <a:pt x="87849" y="43224"/>
                </a:cubicBezTo>
                <a:cubicBezTo>
                  <a:pt x="87557" y="40820"/>
                  <a:pt x="87172" y="38427"/>
                  <a:pt x="86472" y="36116"/>
                </a:cubicBezTo>
                <a:cubicBezTo>
                  <a:pt x="85900" y="34260"/>
                  <a:pt x="85316" y="32392"/>
                  <a:pt x="84628" y="30571"/>
                </a:cubicBezTo>
                <a:cubicBezTo>
                  <a:pt x="83659" y="28096"/>
                  <a:pt x="82468" y="25704"/>
                  <a:pt x="81067" y="23451"/>
                </a:cubicBezTo>
                <a:cubicBezTo>
                  <a:pt x="79632" y="21081"/>
                  <a:pt x="77997" y="18852"/>
                  <a:pt x="76176" y="16786"/>
                </a:cubicBezTo>
                <a:cubicBezTo>
                  <a:pt x="75336" y="15840"/>
                  <a:pt x="74484" y="14883"/>
                  <a:pt x="73585" y="13996"/>
                </a:cubicBezTo>
                <a:cubicBezTo>
                  <a:pt x="69710" y="10179"/>
                  <a:pt x="65239" y="7039"/>
                  <a:pt x="60348" y="4693"/>
                </a:cubicBezTo>
                <a:cubicBezTo>
                  <a:pt x="58422" y="3759"/>
                  <a:pt x="56438" y="2977"/>
                  <a:pt x="54395" y="2358"/>
                </a:cubicBezTo>
                <a:cubicBezTo>
                  <a:pt x="52609" y="1821"/>
                  <a:pt x="50812" y="1342"/>
                  <a:pt x="48991" y="922"/>
                </a:cubicBezTo>
                <a:cubicBezTo>
                  <a:pt x="47905" y="677"/>
                  <a:pt x="46796" y="502"/>
                  <a:pt x="45687" y="385"/>
                </a:cubicBezTo>
                <a:cubicBezTo>
                  <a:pt x="44637" y="245"/>
                  <a:pt x="43586" y="128"/>
                  <a:pt x="42524" y="93"/>
                </a:cubicBezTo>
                <a:cubicBezTo>
                  <a:pt x="41115" y="53"/>
                  <a:pt x="39700" y="1"/>
                  <a:pt x="3828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48"/>
          <p:cNvSpPr txBox="1"/>
          <p:nvPr>
            <p:ph idx="1" type="body"/>
          </p:nvPr>
        </p:nvSpPr>
        <p:spPr>
          <a:xfrm>
            <a:off x="3528772" y="805093"/>
            <a:ext cx="5153216" cy="28023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 indent="-228600" lvl="0" marL="3429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GB" sz="15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smooth, conservative forecasts</a:t>
            </a:r>
            <a:endParaRPr sz="1100"/>
          </a:p>
        </p:txBody>
      </p:sp>
      <p:sp>
        <p:nvSpPr>
          <p:cNvPr id="380" name="Google Shape;380;p48"/>
          <p:cNvSpPr/>
          <p:nvPr/>
        </p:nvSpPr>
        <p:spPr>
          <a:xfrm flipH="1" rot="-900131">
            <a:off x="7596400" y="-30629"/>
            <a:ext cx="2363681" cy="1684499"/>
          </a:xfrm>
          <a:custGeom>
            <a:rect b="b" l="l" r="r" t="t"/>
            <a:pathLst>
              <a:path extrusionOk="0" h="35183" w="57186">
                <a:moveTo>
                  <a:pt x="12829" y="1"/>
                </a:moveTo>
                <a:cubicBezTo>
                  <a:pt x="11872" y="71"/>
                  <a:pt x="10646" y="141"/>
                  <a:pt x="9409" y="257"/>
                </a:cubicBezTo>
                <a:cubicBezTo>
                  <a:pt x="7856" y="397"/>
                  <a:pt x="6350" y="818"/>
                  <a:pt x="4950" y="1506"/>
                </a:cubicBezTo>
                <a:cubicBezTo>
                  <a:pt x="3129" y="2417"/>
                  <a:pt x="1728" y="3748"/>
                  <a:pt x="911" y="5627"/>
                </a:cubicBezTo>
                <a:cubicBezTo>
                  <a:pt x="257" y="7156"/>
                  <a:pt x="0" y="8814"/>
                  <a:pt x="175" y="10471"/>
                </a:cubicBezTo>
                <a:cubicBezTo>
                  <a:pt x="292" y="11907"/>
                  <a:pt x="701" y="13319"/>
                  <a:pt x="1378" y="14592"/>
                </a:cubicBezTo>
                <a:cubicBezTo>
                  <a:pt x="1751" y="15339"/>
                  <a:pt x="2277" y="15981"/>
                  <a:pt x="2930" y="16494"/>
                </a:cubicBezTo>
                <a:cubicBezTo>
                  <a:pt x="4031" y="17306"/>
                  <a:pt x="5364" y="17747"/>
                  <a:pt x="6728" y="17747"/>
                </a:cubicBezTo>
                <a:cubicBezTo>
                  <a:pt x="6797" y="17747"/>
                  <a:pt x="6865" y="17745"/>
                  <a:pt x="6934" y="17743"/>
                </a:cubicBezTo>
                <a:cubicBezTo>
                  <a:pt x="7880" y="17720"/>
                  <a:pt x="8825" y="17486"/>
                  <a:pt x="9759" y="17346"/>
                </a:cubicBezTo>
                <a:cubicBezTo>
                  <a:pt x="10774" y="17183"/>
                  <a:pt x="11802" y="16926"/>
                  <a:pt x="12817" y="16844"/>
                </a:cubicBezTo>
                <a:cubicBezTo>
                  <a:pt x="13199" y="16810"/>
                  <a:pt x="13579" y="16794"/>
                  <a:pt x="13957" y="16794"/>
                </a:cubicBezTo>
                <a:cubicBezTo>
                  <a:pt x="15522" y="16794"/>
                  <a:pt x="17058" y="17075"/>
                  <a:pt x="18572" y="17545"/>
                </a:cubicBezTo>
                <a:cubicBezTo>
                  <a:pt x="20544" y="18152"/>
                  <a:pt x="22389" y="18981"/>
                  <a:pt x="23965" y="20346"/>
                </a:cubicBezTo>
                <a:cubicBezTo>
                  <a:pt x="25109" y="21338"/>
                  <a:pt x="26217" y="22377"/>
                  <a:pt x="27315" y="23440"/>
                </a:cubicBezTo>
                <a:cubicBezTo>
                  <a:pt x="28003" y="24105"/>
                  <a:pt x="28645" y="24817"/>
                  <a:pt x="29252" y="25552"/>
                </a:cubicBezTo>
                <a:cubicBezTo>
                  <a:pt x="29964" y="26404"/>
                  <a:pt x="30816" y="27035"/>
                  <a:pt x="31890" y="27292"/>
                </a:cubicBezTo>
                <a:cubicBezTo>
                  <a:pt x="32087" y="27337"/>
                  <a:pt x="32281" y="27365"/>
                  <a:pt x="32463" y="27365"/>
                </a:cubicBezTo>
                <a:cubicBezTo>
                  <a:pt x="33069" y="27365"/>
                  <a:pt x="33540" y="27056"/>
                  <a:pt x="33513" y="26078"/>
                </a:cubicBezTo>
                <a:cubicBezTo>
                  <a:pt x="33501" y="25482"/>
                  <a:pt x="33338" y="24887"/>
                  <a:pt x="33279" y="24292"/>
                </a:cubicBezTo>
                <a:cubicBezTo>
                  <a:pt x="33198" y="23603"/>
                  <a:pt x="33174" y="22914"/>
                  <a:pt x="33198" y="22226"/>
                </a:cubicBezTo>
                <a:cubicBezTo>
                  <a:pt x="33247" y="21648"/>
                  <a:pt x="33545" y="21325"/>
                  <a:pt x="33962" y="21325"/>
                </a:cubicBezTo>
                <a:cubicBezTo>
                  <a:pt x="34144" y="21325"/>
                  <a:pt x="34348" y="21386"/>
                  <a:pt x="34563" y="21514"/>
                </a:cubicBezTo>
                <a:cubicBezTo>
                  <a:pt x="35159" y="21852"/>
                  <a:pt x="35707" y="22261"/>
                  <a:pt x="36221" y="22728"/>
                </a:cubicBezTo>
                <a:cubicBezTo>
                  <a:pt x="37365" y="23848"/>
                  <a:pt x="38357" y="25120"/>
                  <a:pt x="39186" y="26498"/>
                </a:cubicBezTo>
                <a:cubicBezTo>
                  <a:pt x="40073" y="27934"/>
                  <a:pt x="40890" y="29439"/>
                  <a:pt x="41754" y="30898"/>
                </a:cubicBezTo>
                <a:cubicBezTo>
                  <a:pt x="42513" y="32206"/>
                  <a:pt x="43330" y="33478"/>
                  <a:pt x="44462" y="34505"/>
                </a:cubicBezTo>
                <a:cubicBezTo>
                  <a:pt x="44754" y="34762"/>
                  <a:pt x="45104" y="34972"/>
                  <a:pt x="45466" y="35112"/>
                </a:cubicBezTo>
                <a:cubicBezTo>
                  <a:pt x="45587" y="35160"/>
                  <a:pt x="45698" y="35183"/>
                  <a:pt x="45800" y="35183"/>
                </a:cubicBezTo>
                <a:cubicBezTo>
                  <a:pt x="46122" y="35183"/>
                  <a:pt x="46351" y="34957"/>
                  <a:pt x="46493" y="34575"/>
                </a:cubicBezTo>
                <a:cubicBezTo>
                  <a:pt x="46656" y="34097"/>
                  <a:pt x="46563" y="33630"/>
                  <a:pt x="46400" y="33198"/>
                </a:cubicBezTo>
                <a:cubicBezTo>
                  <a:pt x="45711" y="31389"/>
                  <a:pt x="44742" y="29743"/>
                  <a:pt x="43668" y="28155"/>
                </a:cubicBezTo>
                <a:cubicBezTo>
                  <a:pt x="43330" y="27665"/>
                  <a:pt x="43026" y="27163"/>
                  <a:pt x="42746" y="26650"/>
                </a:cubicBezTo>
                <a:cubicBezTo>
                  <a:pt x="42594" y="26369"/>
                  <a:pt x="42548" y="26031"/>
                  <a:pt x="42793" y="25774"/>
                </a:cubicBezTo>
                <a:cubicBezTo>
                  <a:pt x="42924" y="25630"/>
                  <a:pt x="43086" y="25560"/>
                  <a:pt x="43263" y="25560"/>
                </a:cubicBezTo>
                <a:cubicBezTo>
                  <a:pt x="43416" y="25560"/>
                  <a:pt x="43582" y="25613"/>
                  <a:pt x="43750" y="25716"/>
                </a:cubicBezTo>
                <a:cubicBezTo>
                  <a:pt x="43983" y="25867"/>
                  <a:pt x="44193" y="26054"/>
                  <a:pt x="44415" y="26206"/>
                </a:cubicBezTo>
                <a:cubicBezTo>
                  <a:pt x="44859" y="26521"/>
                  <a:pt x="45267" y="26930"/>
                  <a:pt x="45758" y="27105"/>
                </a:cubicBezTo>
                <a:cubicBezTo>
                  <a:pt x="45986" y="27185"/>
                  <a:pt x="46200" y="27224"/>
                  <a:pt x="46393" y="27224"/>
                </a:cubicBezTo>
                <a:cubicBezTo>
                  <a:pt x="47045" y="27224"/>
                  <a:pt x="47445" y="26773"/>
                  <a:pt x="47310" y="25926"/>
                </a:cubicBezTo>
                <a:cubicBezTo>
                  <a:pt x="47263" y="25681"/>
                  <a:pt x="47205" y="25436"/>
                  <a:pt x="47112" y="25190"/>
                </a:cubicBezTo>
                <a:cubicBezTo>
                  <a:pt x="46481" y="23556"/>
                  <a:pt x="45256" y="22389"/>
                  <a:pt x="43960" y="21280"/>
                </a:cubicBezTo>
                <a:cubicBezTo>
                  <a:pt x="42921" y="20393"/>
                  <a:pt x="41882" y="19506"/>
                  <a:pt x="40855" y="18572"/>
                </a:cubicBezTo>
                <a:cubicBezTo>
                  <a:pt x="40517" y="18233"/>
                  <a:pt x="40213" y="17860"/>
                  <a:pt x="39968" y="17440"/>
                </a:cubicBezTo>
                <a:cubicBezTo>
                  <a:pt x="39734" y="17101"/>
                  <a:pt x="39828" y="16763"/>
                  <a:pt x="40225" y="16658"/>
                </a:cubicBezTo>
                <a:cubicBezTo>
                  <a:pt x="40530" y="16589"/>
                  <a:pt x="40870" y="16525"/>
                  <a:pt x="41193" y="16525"/>
                </a:cubicBezTo>
                <a:cubicBezTo>
                  <a:pt x="41364" y="16525"/>
                  <a:pt x="41530" y="16543"/>
                  <a:pt x="41684" y="16588"/>
                </a:cubicBezTo>
                <a:cubicBezTo>
                  <a:pt x="42594" y="16868"/>
                  <a:pt x="43481" y="17230"/>
                  <a:pt x="44345" y="17673"/>
                </a:cubicBezTo>
                <a:cubicBezTo>
                  <a:pt x="46061" y="18549"/>
                  <a:pt x="47450" y="19879"/>
                  <a:pt x="48804" y="21245"/>
                </a:cubicBezTo>
                <a:cubicBezTo>
                  <a:pt x="50847" y="23311"/>
                  <a:pt x="52983" y="25307"/>
                  <a:pt x="54536" y="27817"/>
                </a:cubicBezTo>
                <a:cubicBezTo>
                  <a:pt x="54802" y="28267"/>
                  <a:pt x="55321" y="28514"/>
                  <a:pt x="55780" y="28514"/>
                </a:cubicBezTo>
                <a:cubicBezTo>
                  <a:pt x="55905" y="28514"/>
                  <a:pt x="56025" y="28496"/>
                  <a:pt x="56135" y="28459"/>
                </a:cubicBezTo>
                <a:cubicBezTo>
                  <a:pt x="56765" y="28249"/>
                  <a:pt x="57115" y="27700"/>
                  <a:pt x="57139" y="26988"/>
                </a:cubicBezTo>
                <a:cubicBezTo>
                  <a:pt x="57185" y="25867"/>
                  <a:pt x="56672" y="24969"/>
                  <a:pt x="56053" y="24128"/>
                </a:cubicBezTo>
                <a:cubicBezTo>
                  <a:pt x="55283" y="23078"/>
                  <a:pt x="54466" y="22062"/>
                  <a:pt x="53590" y="21093"/>
                </a:cubicBezTo>
                <a:cubicBezTo>
                  <a:pt x="52610" y="20031"/>
                  <a:pt x="51582" y="19027"/>
                  <a:pt x="50485" y="18082"/>
                </a:cubicBezTo>
                <a:cubicBezTo>
                  <a:pt x="49353" y="17090"/>
                  <a:pt x="48162" y="16156"/>
                  <a:pt x="46925" y="15304"/>
                </a:cubicBezTo>
                <a:cubicBezTo>
                  <a:pt x="45454" y="14265"/>
                  <a:pt x="43925" y="13319"/>
                  <a:pt x="42361" y="12444"/>
                </a:cubicBezTo>
                <a:cubicBezTo>
                  <a:pt x="39770" y="11055"/>
                  <a:pt x="37108" y="9782"/>
                  <a:pt x="34493" y="8428"/>
                </a:cubicBezTo>
                <a:cubicBezTo>
                  <a:pt x="34027" y="8172"/>
                  <a:pt x="33583" y="7868"/>
                  <a:pt x="33174" y="7530"/>
                </a:cubicBezTo>
                <a:cubicBezTo>
                  <a:pt x="32964" y="7378"/>
                  <a:pt x="32988" y="7214"/>
                  <a:pt x="33256" y="7109"/>
                </a:cubicBezTo>
                <a:cubicBezTo>
                  <a:pt x="33349" y="7086"/>
                  <a:pt x="33431" y="7051"/>
                  <a:pt x="33525" y="7016"/>
                </a:cubicBezTo>
                <a:cubicBezTo>
                  <a:pt x="34015" y="6911"/>
                  <a:pt x="34505" y="6771"/>
                  <a:pt x="34984" y="6619"/>
                </a:cubicBezTo>
                <a:cubicBezTo>
                  <a:pt x="35626" y="6374"/>
                  <a:pt x="35707" y="5697"/>
                  <a:pt x="35170" y="5277"/>
                </a:cubicBezTo>
                <a:cubicBezTo>
                  <a:pt x="34995" y="5137"/>
                  <a:pt x="34809" y="5020"/>
                  <a:pt x="34610" y="4938"/>
                </a:cubicBezTo>
                <a:cubicBezTo>
                  <a:pt x="33093" y="4296"/>
                  <a:pt x="31587" y="3619"/>
                  <a:pt x="30046" y="3036"/>
                </a:cubicBezTo>
                <a:cubicBezTo>
                  <a:pt x="27770" y="2183"/>
                  <a:pt x="25447" y="1436"/>
                  <a:pt x="23031" y="1063"/>
                </a:cubicBezTo>
                <a:cubicBezTo>
                  <a:pt x="20930" y="748"/>
                  <a:pt x="18840" y="432"/>
                  <a:pt x="16727" y="199"/>
                </a:cubicBezTo>
                <a:cubicBezTo>
                  <a:pt x="15537" y="59"/>
                  <a:pt x="14311" y="71"/>
                  <a:pt x="1282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9"/>
          <p:cNvSpPr/>
          <p:nvPr/>
        </p:nvSpPr>
        <p:spPr>
          <a:xfrm rot="5400000">
            <a:off x="-3447872" y="-347560"/>
            <a:ext cx="9745579" cy="5418540"/>
          </a:xfrm>
          <a:custGeom>
            <a:rect b="b" l="l" r="r" t="t"/>
            <a:pathLst>
              <a:path extrusionOk="0" h="5171330" w="6869188">
                <a:moveTo>
                  <a:pt x="609600" y="37856"/>
                </a:moveTo>
                <a:lnTo>
                  <a:pt x="609600" y="37856"/>
                </a:lnTo>
                <a:cubicBezTo>
                  <a:pt x="974044" y="8701"/>
                  <a:pt x="1172153" y="-21815"/>
                  <a:pt x="1556084" y="21814"/>
                </a:cubicBezTo>
                <a:cubicBezTo>
                  <a:pt x="1613309" y="28317"/>
                  <a:pt x="1662579" y="65761"/>
                  <a:pt x="1716505" y="85983"/>
                </a:cubicBezTo>
                <a:cubicBezTo>
                  <a:pt x="1790938" y="113895"/>
                  <a:pt x="1868266" y="134330"/>
                  <a:pt x="1941095" y="166193"/>
                </a:cubicBezTo>
                <a:cubicBezTo>
                  <a:pt x="2129828" y="248763"/>
                  <a:pt x="2221881" y="298003"/>
                  <a:pt x="2374232" y="406825"/>
                </a:cubicBezTo>
                <a:cubicBezTo>
                  <a:pt x="2536877" y="523000"/>
                  <a:pt x="2581558" y="553069"/>
                  <a:pt x="2711116" y="695583"/>
                </a:cubicBezTo>
                <a:cubicBezTo>
                  <a:pt x="2772371" y="762964"/>
                  <a:pt x="2826046" y="837003"/>
                  <a:pt x="2887579" y="904130"/>
                </a:cubicBezTo>
                <a:cubicBezTo>
                  <a:pt x="2946400" y="968298"/>
                  <a:pt x="3006923" y="1030947"/>
                  <a:pt x="3064042" y="1096635"/>
                </a:cubicBezTo>
                <a:cubicBezTo>
                  <a:pt x="3113912" y="1153986"/>
                  <a:pt x="3153321" y="1220754"/>
                  <a:pt x="3208421" y="1273099"/>
                </a:cubicBezTo>
                <a:cubicBezTo>
                  <a:pt x="3299180" y="1359320"/>
                  <a:pt x="3483195" y="1463081"/>
                  <a:pt x="3593432" y="1513730"/>
                </a:cubicBezTo>
                <a:cubicBezTo>
                  <a:pt x="3731919" y="1577359"/>
                  <a:pt x="4043926" y="1708823"/>
                  <a:pt x="4219074" y="1754362"/>
                </a:cubicBezTo>
                <a:cubicBezTo>
                  <a:pt x="4385628" y="1797666"/>
                  <a:pt x="4737769" y="1850614"/>
                  <a:pt x="5021179" y="1946867"/>
                </a:cubicBezTo>
                <a:cubicBezTo>
                  <a:pt x="5304589" y="2043120"/>
                  <a:pt x="5830178" y="2295709"/>
                  <a:pt x="5919537" y="2331878"/>
                </a:cubicBezTo>
                <a:cubicBezTo>
                  <a:pt x="6305961" y="2488288"/>
                  <a:pt x="6125410" y="2473583"/>
                  <a:pt x="6272463" y="2604593"/>
                </a:cubicBezTo>
                <a:cubicBezTo>
                  <a:pt x="6419516" y="2735603"/>
                  <a:pt x="6720800" y="2955835"/>
                  <a:pt x="6801853" y="3117941"/>
                </a:cubicBezTo>
                <a:lnTo>
                  <a:pt x="6849979" y="3214193"/>
                </a:lnTo>
                <a:cubicBezTo>
                  <a:pt x="6869549" y="3546892"/>
                  <a:pt x="6892082" y="3717331"/>
                  <a:pt x="6817895" y="4096509"/>
                </a:cubicBezTo>
                <a:cubicBezTo>
                  <a:pt x="6809557" y="4139125"/>
                  <a:pt x="6618921" y="4338774"/>
                  <a:pt x="6593305" y="4353183"/>
                </a:cubicBezTo>
                <a:cubicBezTo>
                  <a:pt x="6392206" y="4466301"/>
                  <a:pt x="5845367" y="4636837"/>
                  <a:pt x="5662863" y="4690067"/>
                </a:cubicBezTo>
                <a:cubicBezTo>
                  <a:pt x="5402969" y="4765869"/>
                  <a:pt x="4808813" y="4918946"/>
                  <a:pt x="4523874" y="4962783"/>
                </a:cubicBezTo>
                <a:cubicBezTo>
                  <a:pt x="4145623" y="5020976"/>
                  <a:pt x="3765806" y="5070299"/>
                  <a:pt x="3384884" y="5107162"/>
                </a:cubicBezTo>
                <a:cubicBezTo>
                  <a:pt x="3219116" y="5123204"/>
                  <a:pt x="3053858" y="5145920"/>
                  <a:pt x="2887579" y="5155288"/>
                </a:cubicBezTo>
                <a:cubicBezTo>
                  <a:pt x="2673956" y="5167323"/>
                  <a:pt x="2459790" y="5165983"/>
                  <a:pt x="2245895" y="5171330"/>
                </a:cubicBezTo>
                <a:cubicBezTo>
                  <a:pt x="1876926" y="5139246"/>
                  <a:pt x="1506691" y="5119378"/>
                  <a:pt x="1138989" y="5075077"/>
                </a:cubicBezTo>
                <a:cubicBezTo>
                  <a:pt x="974851" y="5055301"/>
                  <a:pt x="649255" y="4901189"/>
                  <a:pt x="545432" y="4834446"/>
                </a:cubicBezTo>
                <a:cubicBezTo>
                  <a:pt x="425213" y="4757162"/>
                  <a:pt x="311103" y="4706281"/>
                  <a:pt x="224589" y="4593814"/>
                </a:cubicBezTo>
                <a:cubicBezTo>
                  <a:pt x="198303" y="4559643"/>
                  <a:pt x="180592" y="4519622"/>
                  <a:pt x="160421" y="4481520"/>
                </a:cubicBezTo>
                <a:cubicBezTo>
                  <a:pt x="132448" y="4428682"/>
                  <a:pt x="102415" y="4376608"/>
                  <a:pt x="80211" y="4321099"/>
                </a:cubicBezTo>
                <a:cubicBezTo>
                  <a:pt x="29300" y="4193821"/>
                  <a:pt x="22725" y="4104520"/>
                  <a:pt x="0" y="3968172"/>
                </a:cubicBezTo>
                <a:cubicBezTo>
                  <a:pt x="10695" y="3294404"/>
                  <a:pt x="13242" y="2620457"/>
                  <a:pt x="32084" y="1946867"/>
                </a:cubicBezTo>
                <a:cubicBezTo>
                  <a:pt x="34643" y="1855371"/>
                  <a:pt x="48077" y="1764258"/>
                  <a:pt x="64168" y="1674151"/>
                </a:cubicBezTo>
                <a:cubicBezTo>
                  <a:pt x="101592" y="1464576"/>
                  <a:pt x="128397" y="1251517"/>
                  <a:pt x="192505" y="1048509"/>
                </a:cubicBezTo>
                <a:cubicBezTo>
                  <a:pt x="224589" y="946909"/>
                  <a:pt x="251105" y="843379"/>
                  <a:pt x="288758" y="743709"/>
                </a:cubicBezTo>
                <a:cubicBezTo>
                  <a:pt x="342108" y="602488"/>
                  <a:pt x="397709" y="461639"/>
                  <a:pt x="465221" y="326614"/>
                </a:cubicBezTo>
                <a:cubicBezTo>
                  <a:pt x="486610" y="283835"/>
                  <a:pt x="502165" y="237601"/>
                  <a:pt x="529389" y="198277"/>
                </a:cubicBezTo>
                <a:cubicBezTo>
                  <a:pt x="550912" y="167189"/>
                  <a:pt x="584479" y="146328"/>
                  <a:pt x="609600" y="118067"/>
                </a:cubicBezTo>
                <a:cubicBezTo>
                  <a:pt x="674244" y="45343"/>
                  <a:pt x="626949" y="53899"/>
                  <a:pt x="689811" y="53899"/>
                </a:cubicBezTo>
                <a:lnTo>
                  <a:pt x="609600" y="37856"/>
                </a:lnTo>
                <a:close/>
              </a:path>
            </a:pathLst>
          </a:custGeom>
          <a:solidFill>
            <a:srgbClr val="E2C1AC"/>
          </a:solidFill>
          <a:ln cap="flat" cmpd="sng" w="25400">
            <a:solidFill>
              <a:srgbClr val="E2C1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49"/>
          <p:cNvSpPr txBox="1"/>
          <p:nvPr>
            <p:ph type="title"/>
          </p:nvPr>
        </p:nvSpPr>
        <p:spPr>
          <a:xfrm>
            <a:off x="3625024" y="407302"/>
            <a:ext cx="5153215" cy="1256719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en-GB" sz="3000"/>
              <a:t>Auto-ARIMA</a:t>
            </a:r>
            <a:endParaRPr sz="1100"/>
          </a:p>
        </p:txBody>
      </p:sp>
      <p:sp>
        <p:nvSpPr>
          <p:cNvPr id="387" name="Google Shape;387;p49"/>
          <p:cNvSpPr txBox="1"/>
          <p:nvPr>
            <p:ph idx="1" type="body"/>
          </p:nvPr>
        </p:nvSpPr>
        <p:spPr>
          <a:xfrm>
            <a:off x="3048425" y="895203"/>
            <a:ext cx="5153100" cy="10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 indent="-228600" lvl="0" marL="3429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GB" sz="15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Sort spike with upwards trend</a:t>
            </a:r>
            <a:endParaRPr sz="1100"/>
          </a:p>
          <a:p>
            <a:pPr indent="-228600" lvl="0" marL="3429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 sz="1500">
              <a:solidFill>
                <a:schemeClr val="dk1"/>
              </a:solidFill>
              <a:latin typeface="Yusei Magic"/>
              <a:ea typeface="Yusei Magic"/>
              <a:cs typeface="Yusei Magic"/>
              <a:sym typeface="Yusei Magic"/>
            </a:endParaRPr>
          </a:p>
        </p:txBody>
      </p:sp>
      <p:pic>
        <p:nvPicPr>
          <p:cNvPr id="388" name="Google Shape;38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4082" y="1430250"/>
            <a:ext cx="7117950" cy="3713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49"/>
          <p:cNvSpPr/>
          <p:nvPr/>
        </p:nvSpPr>
        <p:spPr>
          <a:xfrm flipH="1" rot="-5400000">
            <a:off x="7281583" y="355286"/>
            <a:ext cx="2993315" cy="1740627"/>
          </a:xfrm>
          <a:custGeom>
            <a:rect b="b" l="l" r="r" t="t"/>
            <a:pathLst>
              <a:path extrusionOk="0" h="53952" w="92297">
                <a:moveTo>
                  <a:pt x="38287" y="1"/>
                </a:moveTo>
                <a:cubicBezTo>
                  <a:pt x="37676" y="1"/>
                  <a:pt x="37064" y="10"/>
                  <a:pt x="36454" y="35"/>
                </a:cubicBezTo>
                <a:cubicBezTo>
                  <a:pt x="34843" y="117"/>
                  <a:pt x="33232" y="292"/>
                  <a:pt x="31645" y="584"/>
                </a:cubicBezTo>
                <a:cubicBezTo>
                  <a:pt x="29766" y="899"/>
                  <a:pt x="27898" y="1307"/>
                  <a:pt x="26042" y="1774"/>
                </a:cubicBezTo>
                <a:cubicBezTo>
                  <a:pt x="23976" y="2300"/>
                  <a:pt x="21980" y="3058"/>
                  <a:pt x="20019" y="3899"/>
                </a:cubicBezTo>
                <a:cubicBezTo>
                  <a:pt x="17462" y="4984"/>
                  <a:pt x="15000" y="6257"/>
                  <a:pt x="12700" y="7821"/>
                </a:cubicBezTo>
                <a:cubicBezTo>
                  <a:pt x="10972" y="8988"/>
                  <a:pt x="9280" y="10225"/>
                  <a:pt x="7692" y="11556"/>
                </a:cubicBezTo>
                <a:cubicBezTo>
                  <a:pt x="6198" y="12817"/>
                  <a:pt x="4786" y="14159"/>
                  <a:pt x="3455" y="15583"/>
                </a:cubicBezTo>
                <a:cubicBezTo>
                  <a:pt x="2276" y="16821"/>
                  <a:pt x="1237" y="18198"/>
                  <a:pt x="152" y="19517"/>
                </a:cubicBezTo>
                <a:cubicBezTo>
                  <a:pt x="47" y="19692"/>
                  <a:pt x="0" y="19891"/>
                  <a:pt x="12" y="20089"/>
                </a:cubicBezTo>
                <a:lnTo>
                  <a:pt x="12" y="43119"/>
                </a:lnTo>
                <a:lnTo>
                  <a:pt x="12" y="53952"/>
                </a:lnTo>
                <a:lnTo>
                  <a:pt x="92227" y="53952"/>
                </a:lnTo>
                <a:cubicBezTo>
                  <a:pt x="92262" y="53928"/>
                  <a:pt x="92273" y="53847"/>
                  <a:pt x="92297" y="53800"/>
                </a:cubicBezTo>
                <a:lnTo>
                  <a:pt x="87919" y="53788"/>
                </a:lnTo>
                <a:cubicBezTo>
                  <a:pt x="87966" y="53170"/>
                  <a:pt x="88036" y="52574"/>
                  <a:pt x="88048" y="51979"/>
                </a:cubicBezTo>
                <a:cubicBezTo>
                  <a:pt x="88094" y="50263"/>
                  <a:pt x="88153" y="48547"/>
                  <a:pt x="88129" y="46820"/>
                </a:cubicBezTo>
                <a:cubicBezTo>
                  <a:pt x="88094" y="45617"/>
                  <a:pt x="88001" y="44415"/>
                  <a:pt x="87849" y="43224"/>
                </a:cubicBezTo>
                <a:cubicBezTo>
                  <a:pt x="87557" y="40820"/>
                  <a:pt x="87172" y="38427"/>
                  <a:pt x="86472" y="36116"/>
                </a:cubicBezTo>
                <a:cubicBezTo>
                  <a:pt x="85900" y="34260"/>
                  <a:pt x="85316" y="32392"/>
                  <a:pt x="84628" y="30571"/>
                </a:cubicBezTo>
                <a:cubicBezTo>
                  <a:pt x="83659" y="28096"/>
                  <a:pt x="82468" y="25704"/>
                  <a:pt x="81067" y="23451"/>
                </a:cubicBezTo>
                <a:cubicBezTo>
                  <a:pt x="79632" y="21081"/>
                  <a:pt x="77997" y="18852"/>
                  <a:pt x="76176" y="16786"/>
                </a:cubicBezTo>
                <a:cubicBezTo>
                  <a:pt x="75336" y="15840"/>
                  <a:pt x="74484" y="14883"/>
                  <a:pt x="73585" y="13996"/>
                </a:cubicBezTo>
                <a:cubicBezTo>
                  <a:pt x="69710" y="10179"/>
                  <a:pt x="65239" y="7039"/>
                  <a:pt x="60348" y="4693"/>
                </a:cubicBezTo>
                <a:cubicBezTo>
                  <a:pt x="58422" y="3759"/>
                  <a:pt x="56438" y="2977"/>
                  <a:pt x="54395" y="2358"/>
                </a:cubicBezTo>
                <a:cubicBezTo>
                  <a:pt x="52609" y="1821"/>
                  <a:pt x="50812" y="1342"/>
                  <a:pt x="48991" y="922"/>
                </a:cubicBezTo>
                <a:cubicBezTo>
                  <a:pt x="47905" y="677"/>
                  <a:pt x="46796" y="502"/>
                  <a:pt x="45687" y="385"/>
                </a:cubicBezTo>
                <a:cubicBezTo>
                  <a:pt x="44637" y="245"/>
                  <a:pt x="43586" y="128"/>
                  <a:pt x="42524" y="93"/>
                </a:cubicBezTo>
                <a:cubicBezTo>
                  <a:pt x="41115" y="53"/>
                  <a:pt x="39700" y="1"/>
                  <a:pt x="3828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49"/>
          <p:cNvSpPr/>
          <p:nvPr/>
        </p:nvSpPr>
        <p:spPr>
          <a:xfrm flipH="1" rot="-900131">
            <a:off x="7596400" y="-30629"/>
            <a:ext cx="2363681" cy="1684499"/>
          </a:xfrm>
          <a:custGeom>
            <a:rect b="b" l="l" r="r" t="t"/>
            <a:pathLst>
              <a:path extrusionOk="0" h="35183" w="57186">
                <a:moveTo>
                  <a:pt x="12829" y="1"/>
                </a:moveTo>
                <a:cubicBezTo>
                  <a:pt x="11872" y="71"/>
                  <a:pt x="10646" y="141"/>
                  <a:pt x="9409" y="257"/>
                </a:cubicBezTo>
                <a:cubicBezTo>
                  <a:pt x="7856" y="397"/>
                  <a:pt x="6350" y="818"/>
                  <a:pt x="4950" y="1506"/>
                </a:cubicBezTo>
                <a:cubicBezTo>
                  <a:pt x="3129" y="2417"/>
                  <a:pt x="1728" y="3748"/>
                  <a:pt x="911" y="5627"/>
                </a:cubicBezTo>
                <a:cubicBezTo>
                  <a:pt x="257" y="7156"/>
                  <a:pt x="0" y="8814"/>
                  <a:pt x="175" y="10471"/>
                </a:cubicBezTo>
                <a:cubicBezTo>
                  <a:pt x="292" y="11907"/>
                  <a:pt x="701" y="13319"/>
                  <a:pt x="1378" y="14592"/>
                </a:cubicBezTo>
                <a:cubicBezTo>
                  <a:pt x="1751" y="15339"/>
                  <a:pt x="2277" y="15981"/>
                  <a:pt x="2930" y="16494"/>
                </a:cubicBezTo>
                <a:cubicBezTo>
                  <a:pt x="4031" y="17306"/>
                  <a:pt x="5364" y="17747"/>
                  <a:pt x="6728" y="17747"/>
                </a:cubicBezTo>
                <a:cubicBezTo>
                  <a:pt x="6797" y="17747"/>
                  <a:pt x="6865" y="17745"/>
                  <a:pt x="6934" y="17743"/>
                </a:cubicBezTo>
                <a:cubicBezTo>
                  <a:pt x="7880" y="17720"/>
                  <a:pt x="8825" y="17486"/>
                  <a:pt x="9759" y="17346"/>
                </a:cubicBezTo>
                <a:cubicBezTo>
                  <a:pt x="10774" y="17183"/>
                  <a:pt x="11802" y="16926"/>
                  <a:pt x="12817" y="16844"/>
                </a:cubicBezTo>
                <a:cubicBezTo>
                  <a:pt x="13199" y="16810"/>
                  <a:pt x="13579" y="16794"/>
                  <a:pt x="13957" y="16794"/>
                </a:cubicBezTo>
                <a:cubicBezTo>
                  <a:pt x="15522" y="16794"/>
                  <a:pt x="17058" y="17075"/>
                  <a:pt x="18572" y="17545"/>
                </a:cubicBezTo>
                <a:cubicBezTo>
                  <a:pt x="20544" y="18152"/>
                  <a:pt x="22389" y="18981"/>
                  <a:pt x="23965" y="20346"/>
                </a:cubicBezTo>
                <a:cubicBezTo>
                  <a:pt x="25109" y="21338"/>
                  <a:pt x="26217" y="22377"/>
                  <a:pt x="27315" y="23440"/>
                </a:cubicBezTo>
                <a:cubicBezTo>
                  <a:pt x="28003" y="24105"/>
                  <a:pt x="28645" y="24817"/>
                  <a:pt x="29252" y="25552"/>
                </a:cubicBezTo>
                <a:cubicBezTo>
                  <a:pt x="29964" y="26404"/>
                  <a:pt x="30816" y="27035"/>
                  <a:pt x="31890" y="27292"/>
                </a:cubicBezTo>
                <a:cubicBezTo>
                  <a:pt x="32087" y="27337"/>
                  <a:pt x="32281" y="27365"/>
                  <a:pt x="32463" y="27365"/>
                </a:cubicBezTo>
                <a:cubicBezTo>
                  <a:pt x="33069" y="27365"/>
                  <a:pt x="33540" y="27056"/>
                  <a:pt x="33513" y="26078"/>
                </a:cubicBezTo>
                <a:cubicBezTo>
                  <a:pt x="33501" y="25482"/>
                  <a:pt x="33338" y="24887"/>
                  <a:pt x="33279" y="24292"/>
                </a:cubicBezTo>
                <a:cubicBezTo>
                  <a:pt x="33198" y="23603"/>
                  <a:pt x="33174" y="22914"/>
                  <a:pt x="33198" y="22226"/>
                </a:cubicBezTo>
                <a:cubicBezTo>
                  <a:pt x="33247" y="21648"/>
                  <a:pt x="33545" y="21325"/>
                  <a:pt x="33962" y="21325"/>
                </a:cubicBezTo>
                <a:cubicBezTo>
                  <a:pt x="34144" y="21325"/>
                  <a:pt x="34348" y="21386"/>
                  <a:pt x="34563" y="21514"/>
                </a:cubicBezTo>
                <a:cubicBezTo>
                  <a:pt x="35159" y="21852"/>
                  <a:pt x="35707" y="22261"/>
                  <a:pt x="36221" y="22728"/>
                </a:cubicBezTo>
                <a:cubicBezTo>
                  <a:pt x="37365" y="23848"/>
                  <a:pt x="38357" y="25120"/>
                  <a:pt x="39186" y="26498"/>
                </a:cubicBezTo>
                <a:cubicBezTo>
                  <a:pt x="40073" y="27934"/>
                  <a:pt x="40890" y="29439"/>
                  <a:pt x="41754" y="30898"/>
                </a:cubicBezTo>
                <a:cubicBezTo>
                  <a:pt x="42513" y="32206"/>
                  <a:pt x="43330" y="33478"/>
                  <a:pt x="44462" y="34505"/>
                </a:cubicBezTo>
                <a:cubicBezTo>
                  <a:pt x="44754" y="34762"/>
                  <a:pt x="45104" y="34972"/>
                  <a:pt x="45466" y="35112"/>
                </a:cubicBezTo>
                <a:cubicBezTo>
                  <a:pt x="45587" y="35160"/>
                  <a:pt x="45698" y="35183"/>
                  <a:pt x="45800" y="35183"/>
                </a:cubicBezTo>
                <a:cubicBezTo>
                  <a:pt x="46122" y="35183"/>
                  <a:pt x="46351" y="34957"/>
                  <a:pt x="46493" y="34575"/>
                </a:cubicBezTo>
                <a:cubicBezTo>
                  <a:pt x="46656" y="34097"/>
                  <a:pt x="46563" y="33630"/>
                  <a:pt x="46400" y="33198"/>
                </a:cubicBezTo>
                <a:cubicBezTo>
                  <a:pt x="45711" y="31389"/>
                  <a:pt x="44742" y="29743"/>
                  <a:pt x="43668" y="28155"/>
                </a:cubicBezTo>
                <a:cubicBezTo>
                  <a:pt x="43330" y="27665"/>
                  <a:pt x="43026" y="27163"/>
                  <a:pt x="42746" y="26650"/>
                </a:cubicBezTo>
                <a:cubicBezTo>
                  <a:pt x="42594" y="26369"/>
                  <a:pt x="42548" y="26031"/>
                  <a:pt x="42793" y="25774"/>
                </a:cubicBezTo>
                <a:cubicBezTo>
                  <a:pt x="42924" y="25630"/>
                  <a:pt x="43086" y="25560"/>
                  <a:pt x="43263" y="25560"/>
                </a:cubicBezTo>
                <a:cubicBezTo>
                  <a:pt x="43416" y="25560"/>
                  <a:pt x="43582" y="25613"/>
                  <a:pt x="43750" y="25716"/>
                </a:cubicBezTo>
                <a:cubicBezTo>
                  <a:pt x="43983" y="25867"/>
                  <a:pt x="44193" y="26054"/>
                  <a:pt x="44415" y="26206"/>
                </a:cubicBezTo>
                <a:cubicBezTo>
                  <a:pt x="44859" y="26521"/>
                  <a:pt x="45267" y="26930"/>
                  <a:pt x="45758" y="27105"/>
                </a:cubicBezTo>
                <a:cubicBezTo>
                  <a:pt x="45986" y="27185"/>
                  <a:pt x="46200" y="27224"/>
                  <a:pt x="46393" y="27224"/>
                </a:cubicBezTo>
                <a:cubicBezTo>
                  <a:pt x="47045" y="27224"/>
                  <a:pt x="47445" y="26773"/>
                  <a:pt x="47310" y="25926"/>
                </a:cubicBezTo>
                <a:cubicBezTo>
                  <a:pt x="47263" y="25681"/>
                  <a:pt x="47205" y="25436"/>
                  <a:pt x="47112" y="25190"/>
                </a:cubicBezTo>
                <a:cubicBezTo>
                  <a:pt x="46481" y="23556"/>
                  <a:pt x="45256" y="22389"/>
                  <a:pt x="43960" y="21280"/>
                </a:cubicBezTo>
                <a:cubicBezTo>
                  <a:pt x="42921" y="20393"/>
                  <a:pt x="41882" y="19506"/>
                  <a:pt x="40855" y="18572"/>
                </a:cubicBezTo>
                <a:cubicBezTo>
                  <a:pt x="40517" y="18233"/>
                  <a:pt x="40213" y="17860"/>
                  <a:pt x="39968" y="17440"/>
                </a:cubicBezTo>
                <a:cubicBezTo>
                  <a:pt x="39734" y="17101"/>
                  <a:pt x="39828" y="16763"/>
                  <a:pt x="40225" y="16658"/>
                </a:cubicBezTo>
                <a:cubicBezTo>
                  <a:pt x="40530" y="16589"/>
                  <a:pt x="40870" y="16525"/>
                  <a:pt x="41193" y="16525"/>
                </a:cubicBezTo>
                <a:cubicBezTo>
                  <a:pt x="41364" y="16525"/>
                  <a:pt x="41530" y="16543"/>
                  <a:pt x="41684" y="16588"/>
                </a:cubicBezTo>
                <a:cubicBezTo>
                  <a:pt x="42594" y="16868"/>
                  <a:pt x="43481" y="17230"/>
                  <a:pt x="44345" y="17673"/>
                </a:cubicBezTo>
                <a:cubicBezTo>
                  <a:pt x="46061" y="18549"/>
                  <a:pt x="47450" y="19879"/>
                  <a:pt x="48804" y="21245"/>
                </a:cubicBezTo>
                <a:cubicBezTo>
                  <a:pt x="50847" y="23311"/>
                  <a:pt x="52983" y="25307"/>
                  <a:pt x="54536" y="27817"/>
                </a:cubicBezTo>
                <a:cubicBezTo>
                  <a:pt x="54802" y="28267"/>
                  <a:pt x="55321" y="28514"/>
                  <a:pt x="55780" y="28514"/>
                </a:cubicBezTo>
                <a:cubicBezTo>
                  <a:pt x="55905" y="28514"/>
                  <a:pt x="56025" y="28496"/>
                  <a:pt x="56135" y="28459"/>
                </a:cubicBezTo>
                <a:cubicBezTo>
                  <a:pt x="56765" y="28249"/>
                  <a:pt x="57115" y="27700"/>
                  <a:pt x="57139" y="26988"/>
                </a:cubicBezTo>
                <a:cubicBezTo>
                  <a:pt x="57185" y="25867"/>
                  <a:pt x="56672" y="24969"/>
                  <a:pt x="56053" y="24128"/>
                </a:cubicBezTo>
                <a:cubicBezTo>
                  <a:pt x="55283" y="23078"/>
                  <a:pt x="54466" y="22062"/>
                  <a:pt x="53590" y="21093"/>
                </a:cubicBezTo>
                <a:cubicBezTo>
                  <a:pt x="52610" y="20031"/>
                  <a:pt x="51582" y="19027"/>
                  <a:pt x="50485" y="18082"/>
                </a:cubicBezTo>
                <a:cubicBezTo>
                  <a:pt x="49353" y="17090"/>
                  <a:pt x="48162" y="16156"/>
                  <a:pt x="46925" y="15304"/>
                </a:cubicBezTo>
                <a:cubicBezTo>
                  <a:pt x="45454" y="14265"/>
                  <a:pt x="43925" y="13319"/>
                  <a:pt x="42361" y="12444"/>
                </a:cubicBezTo>
                <a:cubicBezTo>
                  <a:pt x="39770" y="11055"/>
                  <a:pt x="37108" y="9782"/>
                  <a:pt x="34493" y="8428"/>
                </a:cubicBezTo>
                <a:cubicBezTo>
                  <a:pt x="34027" y="8172"/>
                  <a:pt x="33583" y="7868"/>
                  <a:pt x="33174" y="7530"/>
                </a:cubicBezTo>
                <a:cubicBezTo>
                  <a:pt x="32964" y="7378"/>
                  <a:pt x="32988" y="7214"/>
                  <a:pt x="33256" y="7109"/>
                </a:cubicBezTo>
                <a:cubicBezTo>
                  <a:pt x="33349" y="7086"/>
                  <a:pt x="33431" y="7051"/>
                  <a:pt x="33525" y="7016"/>
                </a:cubicBezTo>
                <a:cubicBezTo>
                  <a:pt x="34015" y="6911"/>
                  <a:pt x="34505" y="6771"/>
                  <a:pt x="34984" y="6619"/>
                </a:cubicBezTo>
                <a:cubicBezTo>
                  <a:pt x="35626" y="6374"/>
                  <a:pt x="35707" y="5697"/>
                  <a:pt x="35170" y="5277"/>
                </a:cubicBezTo>
                <a:cubicBezTo>
                  <a:pt x="34995" y="5137"/>
                  <a:pt x="34809" y="5020"/>
                  <a:pt x="34610" y="4938"/>
                </a:cubicBezTo>
                <a:cubicBezTo>
                  <a:pt x="33093" y="4296"/>
                  <a:pt x="31587" y="3619"/>
                  <a:pt x="30046" y="3036"/>
                </a:cubicBezTo>
                <a:cubicBezTo>
                  <a:pt x="27770" y="2183"/>
                  <a:pt x="25447" y="1436"/>
                  <a:pt x="23031" y="1063"/>
                </a:cubicBezTo>
                <a:cubicBezTo>
                  <a:pt x="20930" y="748"/>
                  <a:pt x="18840" y="432"/>
                  <a:pt x="16727" y="199"/>
                </a:cubicBezTo>
                <a:cubicBezTo>
                  <a:pt x="15537" y="59"/>
                  <a:pt x="14311" y="71"/>
                  <a:pt x="1282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0"/>
          <p:cNvSpPr/>
          <p:nvPr/>
        </p:nvSpPr>
        <p:spPr>
          <a:xfrm flipH="1" rot="5400000">
            <a:off x="6275392" y="2491818"/>
            <a:ext cx="4307015" cy="1847329"/>
          </a:xfrm>
          <a:custGeom>
            <a:rect b="b" l="l" r="r" t="t"/>
            <a:pathLst>
              <a:path extrusionOk="0" h="24479" w="81138">
                <a:moveTo>
                  <a:pt x="0" y="1"/>
                </a:moveTo>
                <a:lnTo>
                  <a:pt x="0" y="24479"/>
                </a:lnTo>
                <a:cubicBezTo>
                  <a:pt x="444" y="24199"/>
                  <a:pt x="876" y="23918"/>
                  <a:pt x="1319" y="23650"/>
                </a:cubicBezTo>
                <a:cubicBezTo>
                  <a:pt x="3327" y="22389"/>
                  <a:pt x="5603" y="21619"/>
                  <a:pt x="7973" y="21420"/>
                </a:cubicBezTo>
                <a:cubicBezTo>
                  <a:pt x="8378" y="21385"/>
                  <a:pt x="8783" y="21368"/>
                  <a:pt x="9188" y="21368"/>
                </a:cubicBezTo>
                <a:cubicBezTo>
                  <a:pt x="10135" y="21368"/>
                  <a:pt x="11079" y="21462"/>
                  <a:pt x="12011" y="21642"/>
                </a:cubicBezTo>
                <a:cubicBezTo>
                  <a:pt x="13949" y="22027"/>
                  <a:pt x="15899" y="22413"/>
                  <a:pt x="17813" y="22891"/>
                </a:cubicBezTo>
                <a:cubicBezTo>
                  <a:pt x="20241" y="23498"/>
                  <a:pt x="22680" y="24058"/>
                  <a:pt x="25190" y="24257"/>
                </a:cubicBezTo>
                <a:cubicBezTo>
                  <a:pt x="25656" y="24288"/>
                  <a:pt x="26122" y="24303"/>
                  <a:pt x="26587" y="24303"/>
                </a:cubicBezTo>
                <a:cubicBezTo>
                  <a:pt x="29645" y="24303"/>
                  <a:pt x="32678" y="23641"/>
                  <a:pt x="35474" y="22354"/>
                </a:cubicBezTo>
                <a:cubicBezTo>
                  <a:pt x="38053" y="21152"/>
                  <a:pt x="40458" y="19588"/>
                  <a:pt x="42606" y="17720"/>
                </a:cubicBezTo>
                <a:cubicBezTo>
                  <a:pt x="44147" y="16401"/>
                  <a:pt x="45594" y="14977"/>
                  <a:pt x="47135" y="13670"/>
                </a:cubicBezTo>
                <a:cubicBezTo>
                  <a:pt x="48641" y="12386"/>
                  <a:pt x="50193" y="11148"/>
                  <a:pt x="51781" y="9981"/>
                </a:cubicBezTo>
                <a:cubicBezTo>
                  <a:pt x="53893" y="8452"/>
                  <a:pt x="56100" y="7063"/>
                  <a:pt x="58399" y="5849"/>
                </a:cubicBezTo>
                <a:cubicBezTo>
                  <a:pt x="60897" y="4483"/>
                  <a:pt x="63477" y="3281"/>
                  <a:pt x="66138" y="2265"/>
                </a:cubicBezTo>
                <a:cubicBezTo>
                  <a:pt x="67749" y="1647"/>
                  <a:pt x="69395" y="1098"/>
                  <a:pt x="71041" y="549"/>
                </a:cubicBezTo>
                <a:cubicBezTo>
                  <a:pt x="71543" y="374"/>
                  <a:pt x="72080" y="164"/>
                  <a:pt x="72605" y="164"/>
                </a:cubicBezTo>
                <a:cubicBezTo>
                  <a:pt x="73825" y="149"/>
                  <a:pt x="75044" y="145"/>
                  <a:pt x="76262" y="145"/>
                </a:cubicBezTo>
                <a:cubicBezTo>
                  <a:pt x="77886" y="145"/>
                  <a:pt x="79510" y="153"/>
                  <a:pt x="81138" y="153"/>
                </a:cubicBezTo>
                <a:lnTo>
                  <a:pt x="8113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50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en-GB" sz="3000"/>
              <a:t>Forecast</a:t>
            </a:r>
            <a:endParaRPr sz="1100"/>
          </a:p>
        </p:txBody>
      </p:sp>
      <p:sp>
        <p:nvSpPr>
          <p:cNvPr id="397" name="Google Shape;397;p50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228600" lvl="0" marL="3429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GB" sz="15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Auto-ARIMA: good </a:t>
            </a:r>
            <a:r>
              <a:rPr lang="en-GB" sz="15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seasonal</a:t>
            </a:r>
            <a:r>
              <a:rPr lang="en-GB" sz="15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 modeling of the spikes and also the trend</a:t>
            </a:r>
            <a:endParaRPr sz="1100"/>
          </a:p>
          <a:p>
            <a:pPr indent="-228600" lvl="0" marL="3429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GB" sz="15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RF: smooth, conservative forecasts</a:t>
            </a:r>
            <a:endParaRPr sz="1100"/>
          </a:p>
          <a:p>
            <a:pPr indent="-228600" lvl="0" marL="3429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GB" sz="15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Seasonal Naive: strong </a:t>
            </a:r>
            <a:r>
              <a:rPr lang="en-GB" sz="15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monthly</a:t>
            </a:r>
            <a:r>
              <a:rPr lang="en-GB" sz="15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 swings weak trend</a:t>
            </a:r>
            <a:endParaRPr sz="1100"/>
          </a:p>
          <a:p>
            <a:pPr indent="-228600" lvl="0" marL="3429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 sz="1500">
              <a:solidFill>
                <a:schemeClr val="dk1"/>
              </a:solidFill>
              <a:latin typeface="Yusei Magic"/>
              <a:ea typeface="Yusei Magic"/>
              <a:cs typeface="Yusei Magic"/>
              <a:sym typeface="Yusei Magic"/>
            </a:endParaRPr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 sz="1500">
              <a:solidFill>
                <a:schemeClr val="dk1"/>
              </a:solidFill>
              <a:latin typeface="Yusei Magic"/>
              <a:ea typeface="Yusei Magic"/>
              <a:cs typeface="Yusei Magic"/>
              <a:sym typeface="Yusei Magic"/>
            </a:endParaRPr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 sz="1500">
              <a:solidFill>
                <a:schemeClr val="dk1"/>
              </a:solidFill>
              <a:latin typeface="Yusei Magic"/>
              <a:ea typeface="Yusei Magic"/>
              <a:cs typeface="Yusei Magic"/>
              <a:sym typeface="Yusei Magic"/>
            </a:endParaRPr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 sz="1500">
              <a:solidFill>
                <a:schemeClr val="dk1"/>
              </a:solidFill>
              <a:latin typeface="Yusei Magic"/>
              <a:ea typeface="Yusei Magic"/>
              <a:cs typeface="Yusei Magic"/>
              <a:sym typeface="Yusei Magic"/>
            </a:endParaRPr>
          </a:p>
          <a:p>
            <a:pPr indent="0" lvl="0" marL="1143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GB" sz="15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October 2025 data enables partial validation</a:t>
            </a:r>
            <a:endParaRPr sz="1100"/>
          </a:p>
          <a:p>
            <a:pPr indent="-228600" lvl="0" marL="3429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 sz="1100"/>
          </a:p>
        </p:txBody>
      </p:sp>
      <p:sp>
        <p:nvSpPr>
          <p:cNvPr id="398" name="Google Shape;398;p50"/>
          <p:cNvSpPr/>
          <p:nvPr/>
        </p:nvSpPr>
        <p:spPr>
          <a:xfrm rot="10800000">
            <a:off x="3948742" y="-4061522"/>
            <a:ext cx="8077464" cy="7342255"/>
          </a:xfrm>
          <a:custGeom>
            <a:rect b="b" l="l" r="r" t="t"/>
            <a:pathLst>
              <a:path extrusionOk="0" h="5171330" w="6869188">
                <a:moveTo>
                  <a:pt x="609600" y="37856"/>
                </a:moveTo>
                <a:lnTo>
                  <a:pt x="609600" y="37856"/>
                </a:lnTo>
                <a:cubicBezTo>
                  <a:pt x="974044" y="8701"/>
                  <a:pt x="1172153" y="-21815"/>
                  <a:pt x="1556084" y="21814"/>
                </a:cubicBezTo>
                <a:cubicBezTo>
                  <a:pt x="1613309" y="28317"/>
                  <a:pt x="1662579" y="65761"/>
                  <a:pt x="1716505" y="85983"/>
                </a:cubicBezTo>
                <a:cubicBezTo>
                  <a:pt x="1790938" y="113895"/>
                  <a:pt x="1868266" y="134330"/>
                  <a:pt x="1941095" y="166193"/>
                </a:cubicBezTo>
                <a:cubicBezTo>
                  <a:pt x="2129828" y="248763"/>
                  <a:pt x="2221881" y="298003"/>
                  <a:pt x="2374232" y="406825"/>
                </a:cubicBezTo>
                <a:cubicBezTo>
                  <a:pt x="2536877" y="523000"/>
                  <a:pt x="2581558" y="553069"/>
                  <a:pt x="2711116" y="695583"/>
                </a:cubicBezTo>
                <a:cubicBezTo>
                  <a:pt x="2772371" y="762964"/>
                  <a:pt x="2826046" y="837003"/>
                  <a:pt x="2887579" y="904130"/>
                </a:cubicBezTo>
                <a:cubicBezTo>
                  <a:pt x="2946400" y="968298"/>
                  <a:pt x="3006923" y="1030947"/>
                  <a:pt x="3064042" y="1096635"/>
                </a:cubicBezTo>
                <a:cubicBezTo>
                  <a:pt x="3113912" y="1153986"/>
                  <a:pt x="3153321" y="1220754"/>
                  <a:pt x="3208421" y="1273099"/>
                </a:cubicBezTo>
                <a:cubicBezTo>
                  <a:pt x="3299180" y="1359320"/>
                  <a:pt x="3483195" y="1463081"/>
                  <a:pt x="3593432" y="1513730"/>
                </a:cubicBezTo>
                <a:cubicBezTo>
                  <a:pt x="3731919" y="1577359"/>
                  <a:pt x="4043926" y="1708823"/>
                  <a:pt x="4219074" y="1754362"/>
                </a:cubicBezTo>
                <a:cubicBezTo>
                  <a:pt x="4385628" y="1797666"/>
                  <a:pt x="4737769" y="1850614"/>
                  <a:pt x="5021179" y="1946867"/>
                </a:cubicBezTo>
                <a:cubicBezTo>
                  <a:pt x="5304589" y="2043120"/>
                  <a:pt x="5830178" y="2295709"/>
                  <a:pt x="5919537" y="2331878"/>
                </a:cubicBezTo>
                <a:cubicBezTo>
                  <a:pt x="6305961" y="2488288"/>
                  <a:pt x="6125410" y="2473583"/>
                  <a:pt x="6272463" y="2604593"/>
                </a:cubicBezTo>
                <a:cubicBezTo>
                  <a:pt x="6419516" y="2735603"/>
                  <a:pt x="6720800" y="2955835"/>
                  <a:pt x="6801853" y="3117941"/>
                </a:cubicBezTo>
                <a:lnTo>
                  <a:pt x="6849979" y="3214193"/>
                </a:lnTo>
                <a:cubicBezTo>
                  <a:pt x="6869549" y="3546892"/>
                  <a:pt x="6892082" y="3717331"/>
                  <a:pt x="6817895" y="4096509"/>
                </a:cubicBezTo>
                <a:cubicBezTo>
                  <a:pt x="6809557" y="4139125"/>
                  <a:pt x="6618921" y="4338774"/>
                  <a:pt x="6593305" y="4353183"/>
                </a:cubicBezTo>
                <a:cubicBezTo>
                  <a:pt x="6392206" y="4466301"/>
                  <a:pt x="5845367" y="4636837"/>
                  <a:pt x="5662863" y="4690067"/>
                </a:cubicBezTo>
                <a:cubicBezTo>
                  <a:pt x="5402969" y="4765869"/>
                  <a:pt x="4808813" y="4918946"/>
                  <a:pt x="4523874" y="4962783"/>
                </a:cubicBezTo>
                <a:cubicBezTo>
                  <a:pt x="4145623" y="5020976"/>
                  <a:pt x="3765806" y="5070299"/>
                  <a:pt x="3384884" y="5107162"/>
                </a:cubicBezTo>
                <a:cubicBezTo>
                  <a:pt x="3219116" y="5123204"/>
                  <a:pt x="3053858" y="5145920"/>
                  <a:pt x="2887579" y="5155288"/>
                </a:cubicBezTo>
                <a:cubicBezTo>
                  <a:pt x="2673956" y="5167323"/>
                  <a:pt x="2459790" y="5165983"/>
                  <a:pt x="2245895" y="5171330"/>
                </a:cubicBezTo>
                <a:cubicBezTo>
                  <a:pt x="1876926" y="5139246"/>
                  <a:pt x="1506691" y="5119378"/>
                  <a:pt x="1138989" y="5075077"/>
                </a:cubicBezTo>
                <a:cubicBezTo>
                  <a:pt x="974851" y="5055301"/>
                  <a:pt x="649255" y="4901189"/>
                  <a:pt x="545432" y="4834446"/>
                </a:cubicBezTo>
                <a:cubicBezTo>
                  <a:pt x="425213" y="4757162"/>
                  <a:pt x="311103" y="4706281"/>
                  <a:pt x="224589" y="4593814"/>
                </a:cubicBezTo>
                <a:cubicBezTo>
                  <a:pt x="198303" y="4559643"/>
                  <a:pt x="180592" y="4519622"/>
                  <a:pt x="160421" y="4481520"/>
                </a:cubicBezTo>
                <a:cubicBezTo>
                  <a:pt x="132448" y="4428682"/>
                  <a:pt x="102415" y="4376608"/>
                  <a:pt x="80211" y="4321099"/>
                </a:cubicBezTo>
                <a:cubicBezTo>
                  <a:pt x="29300" y="4193821"/>
                  <a:pt x="22725" y="4104520"/>
                  <a:pt x="0" y="3968172"/>
                </a:cubicBezTo>
                <a:cubicBezTo>
                  <a:pt x="10695" y="3294404"/>
                  <a:pt x="13242" y="2620457"/>
                  <a:pt x="32084" y="1946867"/>
                </a:cubicBezTo>
                <a:cubicBezTo>
                  <a:pt x="34643" y="1855371"/>
                  <a:pt x="48077" y="1764258"/>
                  <a:pt x="64168" y="1674151"/>
                </a:cubicBezTo>
                <a:cubicBezTo>
                  <a:pt x="101592" y="1464576"/>
                  <a:pt x="128397" y="1251517"/>
                  <a:pt x="192505" y="1048509"/>
                </a:cubicBezTo>
                <a:cubicBezTo>
                  <a:pt x="224589" y="946909"/>
                  <a:pt x="251105" y="843379"/>
                  <a:pt x="288758" y="743709"/>
                </a:cubicBezTo>
                <a:cubicBezTo>
                  <a:pt x="342108" y="602488"/>
                  <a:pt x="397709" y="461639"/>
                  <a:pt x="465221" y="326614"/>
                </a:cubicBezTo>
                <a:cubicBezTo>
                  <a:pt x="486610" y="283835"/>
                  <a:pt x="502165" y="237601"/>
                  <a:pt x="529389" y="198277"/>
                </a:cubicBezTo>
                <a:cubicBezTo>
                  <a:pt x="550912" y="167189"/>
                  <a:pt x="584479" y="146328"/>
                  <a:pt x="609600" y="118067"/>
                </a:cubicBezTo>
                <a:cubicBezTo>
                  <a:pt x="674244" y="45343"/>
                  <a:pt x="626949" y="53899"/>
                  <a:pt x="689811" y="53899"/>
                </a:cubicBezTo>
                <a:lnTo>
                  <a:pt x="609600" y="37856"/>
                </a:lnTo>
                <a:close/>
              </a:path>
            </a:pathLst>
          </a:custGeom>
          <a:solidFill>
            <a:srgbClr val="E2C1AC"/>
          </a:solidFill>
          <a:ln cap="flat" cmpd="sng" w="25400">
            <a:solidFill>
              <a:srgbClr val="E2C1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50"/>
          <p:cNvSpPr/>
          <p:nvPr/>
        </p:nvSpPr>
        <p:spPr>
          <a:xfrm flipH="1" rot="2369445">
            <a:off x="-1023492" y="3812725"/>
            <a:ext cx="2750056" cy="1512299"/>
          </a:xfrm>
          <a:custGeom>
            <a:rect b="b" l="l" r="r" t="t"/>
            <a:pathLst>
              <a:path extrusionOk="0" h="41223" w="83064">
                <a:moveTo>
                  <a:pt x="1958" y="1"/>
                </a:moveTo>
                <a:cubicBezTo>
                  <a:pt x="1411" y="1"/>
                  <a:pt x="865" y="223"/>
                  <a:pt x="467" y="671"/>
                </a:cubicBezTo>
                <a:cubicBezTo>
                  <a:pt x="23" y="1185"/>
                  <a:pt x="0" y="1780"/>
                  <a:pt x="58" y="2387"/>
                </a:cubicBezTo>
                <a:cubicBezTo>
                  <a:pt x="175" y="3391"/>
                  <a:pt x="665" y="4255"/>
                  <a:pt x="1191" y="5095"/>
                </a:cubicBezTo>
                <a:cubicBezTo>
                  <a:pt x="2533" y="7197"/>
                  <a:pt x="4121" y="9146"/>
                  <a:pt x="5906" y="10897"/>
                </a:cubicBezTo>
                <a:cubicBezTo>
                  <a:pt x="6840" y="11819"/>
                  <a:pt x="7832" y="12683"/>
                  <a:pt x="8825" y="13547"/>
                </a:cubicBezTo>
                <a:cubicBezTo>
                  <a:pt x="10821" y="15227"/>
                  <a:pt x="12933" y="16780"/>
                  <a:pt x="15140" y="18181"/>
                </a:cubicBezTo>
                <a:cubicBezTo>
                  <a:pt x="17719" y="19838"/>
                  <a:pt x="20451" y="21216"/>
                  <a:pt x="23171" y="22605"/>
                </a:cubicBezTo>
                <a:cubicBezTo>
                  <a:pt x="24968" y="23538"/>
                  <a:pt x="26766" y="24461"/>
                  <a:pt x="28540" y="25429"/>
                </a:cubicBezTo>
                <a:cubicBezTo>
                  <a:pt x="29112" y="25745"/>
                  <a:pt x="29602" y="26176"/>
                  <a:pt x="30081" y="26620"/>
                </a:cubicBezTo>
                <a:cubicBezTo>
                  <a:pt x="30221" y="26783"/>
                  <a:pt x="30268" y="27017"/>
                  <a:pt x="30209" y="27227"/>
                </a:cubicBezTo>
                <a:cubicBezTo>
                  <a:pt x="30127" y="27402"/>
                  <a:pt x="29859" y="27542"/>
                  <a:pt x="29649" y="27589"/>
                </a:cubicBezTo>
                <a:cubicBezTo>
                  <a:pt x="29582" y="27596"/>
                  <a:pt x="29514" y="27600"/>
                  <a:pt x="29445" y="27600"/>
                </a:cubicBezTo>
                <a:cubicBezTo>
                  <a:pt x="29287" y="27600"/>
                  <a:pt x="29127" y="27579"/>
                  <a:pt x="28972" y="27531"/>
                </a:cubicBezTo>
                <a:cubicBezTo>
                  <a:pt x="28575" y="27437"/>
                  <a:pt x="28190" y="27297"/>
                  <a:pt x="27793" y="27204"/>
                </a:cubicBezTo>
                <a:cubicBezTo>
                  <a:pt x="27428" y="27131"/>
                  <a:pt x="27068" y="27029"/>
                  <a:pt x="26695" y="27029"/>
                </a:cubicBezTo>
                <a:cubicBezTo>
                  <a:pt x="26531" y="27029"/>
                  <a:pt x="26364" y="27049"/>
                  <a:pt x="26194" y="27099"/>
                </a:cubicBezTo>
                <a:cubicBezTo>
                  <a:pt x="25598" y="27285"/>
                  <a:pt x="25237" y="27752"/>
                  <a:pt x="25435" y="28336"/>
                </a:cubicBezTo>
                <a:cubicBezTo>
                  <a:pt x="25587" y="28756"/>
                  <a:pt x="25820" y="29141"/>
                  <a:pt x="26124" y="29468"/>
                </a:cubicBezTo>
                <a:cubicBezTo>
                  <a:pt x="27279" y="30659"/>
                  <a:pt x="28703" y="31453"/>
                  <a:pt x="30268" y="31955"/>
                </a:cubicBezTo>
                <a:cubicBezTo>
                  <a:pt x="32240" y="32597"/>
                  <a:pt x="34260" y="33122"/>
                  <a:pt x="36256" y="33717"/>
                </a:cubicBezTo>
                <a:cubicBezTo>
                  <a:pt x="37108" y="33974"/>
                  <a:pt x="37948" y="34277"/>
                  <a:pt x="38684" y="34814"/>
                </a:cubicBezTo>
                <a:cubicBezTo>
                  <a:pt x="39174" y="35188"/>
                  <a:pt x="39197" y="35772"/>
                  <a:pt x="38684" y="36110"/>
                </a:cubicBezTo>
                <a:cubicBezTo>
                  <a:pt x="38322" y="36344"/>
                  <a:pt x="37925" y="36519"/>
                  <a:pt x="37505" y="36624"/>
                </a:cubicBezTo>
                <a:cubicBezTo>
                  <a:pt x="36862" y="36788"/>
                  <a:pt x="36214" y="36848"/>
                  <a:pt x="35560" y="36848"/>
                </a:cubicBezTo>
                <a:cubicBezTo>
                  <a:pt x="35241" y="36848"/>
                  <a:pt x="34920" y="36833"/>
                  <a:pt x="34598" y="36810"/>
                </a:cubicBezTo>
                <a:cubicBezTo>
                  <a:pt x="33081" y="36717"/>
                  <a:pt x="31587" y="36425"/>
                  <a:pt x="30139" y="35947"/>
                </a:cubicBezTo>
                <a:cubicBezTo>
                  <a:pt x="27921" y="35188"/>
                  <a:pt x="25703" y="34406"/>
                  <a:pt x="23521" y="33542"/>
                </a:cubicBezTo>
                <a:cubicBezTo>
                  <a:pt x="21922" y="32912"/>
                  <a:pt x="20381" y="32141"/>
                  <a:pt x="18828" y="31406"/>
                </a:cubicBezTo>
                <a:cubicBezTo>
                  <a:pt x="18268" y="31149"/>
                  <a:pt x="17766" y="30787"/>
                  <a:pt x="17194" y="30589"/>
                </a:cubicBezTo>
                <a:cubicBezTo>
                  <a:pt x="16991" y="30519"/>
                  <a:pt x="16792" y="30485"/>
                  <a:pt x="16606" y="30485"/>
                </a:cubicBezTo>
                <a:cubicBezTo>
                  <a:pt x="15895" y="30485"/>
                  <a:pt x="15362" y="30982"/>
                  <a:pt x="15408" y="31861"/>
                </a:cubicBezTo>
                <a:cubicBezTo>
                  <a:pt x="15420" y="32176"/>
                  <a:pt x="15502" y="32503"/>
                  <a:pt x="15642" y="32795"/>
                </a:cubicBezTo>
                <a:cubicBezTo>
                  <a:pt x="16062" y="33740"/>
                  <a:pt x="16809" y="34429"/>
                  <a:pt x="17673" y="34943"/>
                </a:cubicBezTo>
                <a:cubicBezTo>
                  <a:pt x="18758" y="35608"/>
                  <a:pt x="19890" y="36215"/>
                  <a:pt x="21034" y="36775"/>
                </a:cubicBezTo>
                <a:cubicBezTo>
                  <a:pt x="23439" y="37931"/>
                  <a:pt x="25937" y="38853"/>
                  <a:pt x="28517" y="39530"/>
                </a:cubicBezTo>
                <a:cubicBezTo>
                  <a:pt x="30513" y="40067"/>
                  <a:pt x="32544" y="40487"/>
                  <a:pt x="34563" y="40919"/>
                </a:cubicBezTo>
                <a:cubicBezTo>
                  <a:pt x="35287" y="41094"/>
                  <a:pt x="36034" y="41199"/>
                  <a:pt x="36781" y="41211"/>
                </a:cubicBezTo>
                <a:cubicBezTo>
                  <a:pt x="52072" y="41223"/>
                  <a:pt x="67375" y="41223"/>
                  <a:pt x="82667" y="41223"/>
                </a:cubicBezTo>
                <a:lnTo>
                  <a:pt x="83063" y="41223"/>
                </a:lnTo>
                <a:lnTo>
                  <a:pt x="83063" y="13967"/>
                </a:lnTo>
                <a:cubicBezTo>
                  <a:pt x="81908" y="14200"/>
                  <a:pt x="80799" y="14375"/>
                  <a:pt x="79690" y="14644"/>
                </a:cubicBezTo>
                <a:cubicBezTo>
                  <a:pt x="77846" y="15076"/>
                  <a:pt x="76013" y="15531"/>
                  <a:pt x="74192" y="16033"/>
                </a:cubicBezTo>
                <a:cubicBezTo>
                  <a:pt x="72219" y="16558"/>
                  <a:pt x="70247" y="17130"/>
                  <a:pt x="68286" y="17702"/>
                </a:cubicBezTo>
                <a:cubicBezTo>
                  <a:pt x="66430" y="18251"/>
                  <a:pt x="64585" y="18846"/>
                  <a:pt x="62730" y="19383"/>
                </a:cubicBezTo>
                <a:cubicBezTo>
                  <a:pt x="60920" y="19920"/>
                  <a:pt x="59088" y="20410"/>
                  <a:pt x="57278" y="20924"/>
                </a:cubicBezTo>
                <a:cubicBezTo>
                  <a:pt x="55796" y="21344"/>
                  <a:pt x="54278" y="21577"/>
                  <a:pt x="52749" y="21589"/>
                </a:cubicBezTo>
                <a:cubicBezTo>
                  <a:pt x="52598" y="21593"/>
                  <a:pt x="52446" y="21594"/>
                  <a:pt x="52295" y="21594"/>
                </a:cubicBezTo>
                <a:cubicBezTo>
                  <a:pt x="50941" y="21594"/>
                  <a:pt x="49588" y="21455"/>
                  <a:pt x="48255" y="21192"/>
                </a:cubicBezTo>
                <a:cubicBezTo>
                  <a:pt x="46703" y="20877"/>
                  <a:pt x="45150" y="20527"/>
                  <a:pt x="43598" y="20188"/>
                </a:cubicBezTo>
                <a:cubicBezTo>
                  <a:pt x="42839" y="20025"/>
                  <a:pt x="42080" y="19815"/>
                  <a:pt x="41310" y="19721"/>
                </a:cubicBezTo>
                <a:cubicBezTo>
                  <a:pt x="41236" y="19713"/>
                  <a:pt x="41162" y="19709"/>
                  <a:pt x="41090" y="19709"/>
                </a:cubicBezTo>
                <a:cubicBezTo>
                  <a:pt x="40278" y="19709"/>
                  <a:pt x="39629" y="20244"/>
                  <a:pt x="39758" y="21134"/>
                </a:cubicBezTo>
                <a:cubicBezTo>
                  <a:pt x="39851" y="21647"/>
                  <a:pt x="40213" y="21928"/>
                  <a:pt x="40633" y="22173"/>
                </a:cubicBezTo>
                <a:cubicBezTo>
                  <a:pt x="41088" y="22395"/>
                  <a:pt x="41520" y="22663"/>
                  <a:pt x="41929" y="22955"/>
                </a:cubicBezTo>
                <a:cubicBezTo>
                  <a:pt x="42255" y="23223"/>
                  <a:pt x="42255" y="23620"/>
                  <a:pt x="41929" y="23889"/>
                </a:cubicBezTo>
                <a:cubicBezTo>
                  <a:pt x="41532" y="24215"/>
                  <a:pt x="41088" y="24484"/>
                  <a:pt x="40610" y="24671"/>
                </a:cubicBezTo>
                <a:cubicBezTo>
                  <a:pt x="39805" y="24960"/>
                  <a:pt x="38980" y="25081"/>
                  <a:pt x="38137" y="25081"/>
                </a:cubicBezTo>
                <a:cubicBezTo>
                  <a:pt x="37720" y="25081"/>
                  <a:pt x="37299" y="25052"/>
                  <a:pt x="36874" y="24998"/>
                </a:cubicBezTo>
                <a:cubicBezTo>
                  <a:pt x="35812" y="24869"/>
                  <a:pt x="34762" y="24706"/>
                  <a:pt x="33793" y="24286"/>
                </a:cubicBezTo>
                <a:cubicBezTo>
                  <a:pt x="31295" y="23223"/>
                  <a:pt x="28820" y="22138"/>
                  <a:pt x="26392" y="20947"/>
                </a:cubicBezTo>
                <a:cubicBezTo>
                  <a:pt x="24606" y="20083"/>
                  <a:pt x="22879" y="19091"/>
                  <a:pt x="21174" y="18064"/>
                </a:cubicBezTo>
                <a:cubicBezTo>
                  <a:pt x="18070" y="16208"/>
                  <a:pt x="15210" y="13990"/>
                  <a:pt x="12630" y="11457"/>
                </a:cubicBezTo>
                <a:cubicBezTo>
                  <a:pt x="11533" y="10383"/>
                  <a:pt x="10471" y="9274"/>
                  <a:pt x="9455" y="8119"/>
                </a:cubicBezTo>
                <a:cubicBezTo>
                  <a:pt x="8229" y="6753"/>
                  <a:pt x="7062" y="5341"/>
                  <a:pt x="5918" y="3916"/>
                </a:cubicBezTo>
                <a:cubicBezTo>
                  <a:pt x="5089" y="2889"/>
                  <a:pt x="4354" y="1792"/>
                  <a:pt x="3549" y="776"/>
                </a:cubicBezTo>
                <a:cubicBezTo>
                  <a:pt x="3142" y="261"/>
                  <a:pt x="2550" y="1"/>
                  <a:pt x="195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en-GB" sz="3000"/>
              <a:t>Predictions vs. Reality</a:t>
            </a:r>
            <a:endParaRPr sz="1100"/>
          </a:p>
        </p:txBody>
      </p:sp>
      <p:pic>
        <p:nvPicPr>
          <p:cNvPr descr="Ein Bild, das Text, Screenshot, Diagramm, Rechteck enthält.&#10;&#10;KI-generierte Inhalte können fehlerhaft sein." id="405" name="Google Shape;405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199" y="1474825"/>
            <a:ext cx="6852927" cy="3668675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51"/>
          <p:cNvSpPr txBox="1"/>
          <p:nvPr>
            <p:ph idx="4294967295" type="body"/>
          </p:nvPr>
        </p:nvSpPr>
        <p:spPr>
          <a:xfrm>
            <a:off x="720000" y="1017725"/>
            <a:ext cx="7623000" cy="8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228600" lvl="0" marL="3429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GB" sz="15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9.9% increase from september to october all models underforcasted </a:t>
            </a:r>
            <a:endParaRPr sz="1100"/>
          </a:p>
          <a:p>
            <a:pPr indent="-228600" lvl="0" marL="3429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 sz="1100"/>
          </a:p>
        </p:txBody>
      </p:sp>
      <p:sp>
        <p:nvSpPr>
          <p:cNvPr id="407" name="Google Shape;407;p51"/>
          <p:cNvSpPr txBox="1"/>
          <p:nvPr>
            <p:ph idx="4294967295" type="body"/>
          </p:nvPr>
        </p:nvSpPr>
        <p:spPr>
          <a:xfrm>
            <a:off x="3549900" y="4707550"/>
            <a:ext cx="737700" cy="10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228600" lvl="0" marL="3429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GB" sz="15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4.6%</a:t>
            </a:r>
            <a:endParaRPr sz="1500">
              <a:solidFill>
                <a:schemeClr val="dk1"/>
              </a:solidFill>
              <a:latin typeface="Yusei Magic"/>
              <a:ea typeface="Yusei Magic"/>
              <a:cs typeface="Yusei Magic"/>
              <a:sym typeface="Yusei Magic"/>
            </a:endParaRPr>
          </a:p>
        </p:txBody>
      </p:sp>
      <p:sp>
        <p:nvSpPr>
          <p:cNvPr id="408" name="Google Shape;408;p51"/>
          <p:cNvSpPr txBox="1"/>
          <p:nvPr>
            <p:ph idx="4294967295" type="body"/>
          </p:nvPr>
        </p:nvSpPr>
        <p:spPr>
          <a:xfrm>
            <a:off x="5030025" y="4707550"/>
            <a:ext cx="737700" cy="10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228600" lvl="0" marL="3429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GB" sz="15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15.8%</a:t>
            </a:r>
            <a:endParaRPr sz="1500">
              <a:solidFill>
                <a:schemeClr val="dk1"/>
              </a:solidFill>
              <a:latin typeface="Yusei Magic"/>
              <a:ea typeface="Yusei Magic"/>
              <a:cs typeface="Yusei Magic"/>
              <a:sym typeface="Yusei Magic"/>
            </a:endParaRPr>
          </a:p>
        </p:txBody>
      </p:sp>
      <p:sp>
        <p:nvSpPr>
          <p:cNvPr id="409" name="Google Shape;409;p51"/>
          <p:cNvSpPr txBox="1"/>
          <p:nvPr>
            <p:ph idx="4294967295" type="body"/>
          </p:nvPr>
        </p:nvSpPr>
        <p:spPr>
          <a:xfrm>
            <a:off x="6438000" y="4707550"/>
            <a:ext cx="737700" cy="10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228600" lvl="0" marL="3429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GB" sz="15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10%</a:t>
            </a:r>
            <a:endParaRPr sz="1500">
              <a:solidFill>
                <a:schemeClr val="dk1"/>
              </a:solidFill>
              <a:latin typeface="Yusei Magic"/>
              <a:ea typeface="Yusei Magic"/>
              <a:cs typeface="Yusei Magic"/>
              <a:sym typeface="Yusei Mag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en-GB" sz="3000"/>
              <a:t>Predictions vs. Reality</a:t>
            </a:r>
            <a:endParaRPr sz="1100"/>
          </a:p>
        </p:txBody>
      </p:sp>
      <p:pic>
        <p:nvPicPr>
          <p:cNvPr descr="Ein Bild, das Text, Diagramm, Reihe, Schrift enthält.&#10;&#10;KI-generierte Inhalte können fehlerhaft sein." id="415" name="Google Shape;41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1279" y="1318447"/>
            <a:ext cx="6181442" cy="29670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3"/>
          <p:cNvSpPr/>
          <p:nvPr/>
        </p:nvSpPr>
        <p:spPr>
          <a:xfrm>
            <a:off x="-27619" y="0"/>
            <a:ext cx="4532084" cy="1360194"/>
          </a:xfrm>
          <a:custGeom>
            <a:rect b="b" l="l" r="r" t="t"/>
            <a:pathLst>
              <a:path extrusionOk="0" h="24479" w="81138">
                <a:moveTo>
                  <a:pt x="0" y="1"/>
                </a:moveTo>
                <a:lnTo>
                  <a:pt x="0" y="24479"/>
                </a:lnTo>
                <a:cubicBezTo>
                  <a:pt x="444" y="24199"/>
                  <a:pt x="876" y="23918"/>
                  <a:pt x="1319" y="23650"/>
                </a:cubicBezTo>
                <a:cubicBezTo>
                  <a:pt x="3327" y="22389"/>
                  <a:pt x="5603" y="21619"/>
                  <a:pt x="7973" y="21420"/>
                </a:cubicBezTo>
                <a:cubicBezTo>
                  <a:pt x="8378" y="21385"/>
                  <a:pt x="8783" y="21368"/>
                  <a:pt x="9188" y="21368"/>
                </a:cubicBezTo>
                <a:cubicBezTo>
                  <a:pt x="10135" y="21368"/>
                  <a:pt x="11079" y="21462"/>
                  <a:pt x="12011" y="21642"/>
                </a:cubicBezTo>
                <a:cubicBezTo>
                  <a:pt x="13949" y="22027"/>
                  <a:pt x="15899" y="22413"/>
                  <a:pt x="17813" y="22891"/>
                </a:cubicBezTo>
                <a:cubicBezTo>
                  <a:pt x="20241" y="23498"/>
                  <a:pt x="22680" y="24058"/>
                  <a:pt x="25190" y="24257"/>
                </a:cubicBezTo>
                <a:cubicBezTo>
                  <a:pt x="25656" y="24288"/>
                  <a:pt x="26122" y="24303"/>
                  <a:pt x="26587" y="24303"/>
                </a:cubicBezTo>
                <a:cubicBezTo>
                  <a:pt x="29645" y="24303"/>
                  <a:pt x="32678" y="23641"/>
                  <a:pt x="35474" y="22354"/>
                </a:cubicBezTo>
                <a:cubicBezTo>
                  <a:pt x="38053" y="21152"/>
                  <a:pt x="40458" y="19588"/>
                  <a:pt x="42606" y="17720"/>
                </a:cubicBezTo>
                <a:cubicBezTo>
                  <a:pt x="44147" y="16401"/>
                  <a:pt x="45594" y="14977"/>
                  <a:pt x="47135" y="13670"/>
                </a:cubicBezTo>
                <a:cubicBezTo>
                  <a:pt x="48641" y="12386"/>
                  <a:pt x="50193" y="11148"/>
                  <a:pt x="51781" y="9981"/>
                </a:cubicBezTo>
                <a:cubicBezTo>
                  <a:pt x="53893" y="8452"/>
                  <a:pt x="56100" y="7063"/>
                  <a:pt x="58399" y="5849"/>
                </a:cubicBezTo>
                <a:cubicBezTo>
                  <a:pt x="60897" y="4483"/>
                  <a:pt x="63477" y="3281"/>
                  <a:pt x="66138" y="2265"/>
                </a:cubicBezTo>
                <a:cubicBezTo>
                  <a:pt x="67749" y="1647"/>
                  <a:pt x="69395" y="1098"/>
                  <a:pt x="71041" y="549"/>
                </a:cubicBezTo>
                <a:cubicBezTo>
                  <a:pt x="71543" y="374"/>
                  <a:pt x="72080" y="164"/>
                  <a:pt x="72605" y="164"/>
                </a:cubicBezTo>
                <a:cubicBezTo>
                  <a:pt x="73825" y="149"/>
                  <a:pt x="75044" y="145"/>
                  <a:pt x="76262" y="145"/>
                </a:cubicBezTo>
                <a:cubicBezTo>
                  <a:pt x="77886" y="145"/>
                  <a:pt x="79510" y="153"/>
                  <a:pt x="81138" y="153"/>
                </a:cubicBezTo>
                <a:lnTo>
                  <a:pt x="8113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53"/>
          <p:cNvSpPr/>
          <p:nvPr/>
        </p:nvSpPr>
        <p:spPr>
          <a:xfrm flipH="1">
            <a:off x="-768034" y="-492371"/>
            <a:ext cx="2966068" cy="1429769"/>
          </a:xfrm>
          <a:custGeom>
            <a:rect b="b" l="l" r="r" t="t"/>
            <a:pathLst>
              <a:path extrusionOk="0" h="48423" w="99931">
                <a:moveTo>
                  <a:pt x="66117" y="0"/>
                </a:moveTo>
                <a:cubicBezTo>
                  <a:pt x="65478" y="0"/>
                  <a:pt x="64837" y="16"/>
                  <a:pt x="64196" y="16"/>
                </a:cubicBezTo>
                <a:cubicBezTo>
                  <a:pt x="64092" y="16"/>
                  <a:pt x="63989" y="16"/>
                  <a:pt x="63885" y="15"/>
                </a:cubicBezTo>
                <a:cubicBezTo>
                  <a:pt x="63824" y="14"/>
                  <a:pt x="63763" y="14"/>
                  <a:pt x="63702" y="14"/>
                </a:cubicBezTo>
                <a:cubicBezTo>
                  <a:pt x="62058" y="14"/>
                  <a:pt x="60405" y="166"/>
                  <a:pt x="58784" y="458"/>
                </a:cubicBezTo>
                <a:cubicBezTo>
                  <a:pt x="56671" y="832"/>
                  <a:pt x="54570" y="1205"/>
                  <a:pt x="52492" y="1696"/>
                </a:cubicBezTo>
                <a:cubicBezTo>
                  <a:pt x="50613" y="2139"/>
                  <a:pt x="48746" y="2688"/>
                  <a:pt x="46913" y="3283"/>
                </a:cubicBezTo>
                <a:cubicBezTo>
                  <a:pt x="44742" y="3995"/>
                  <a:pt x="42606" y="4754"/>
                  <a:pt x="40493" y="5594"/>
                </a:cubicBezTo>
                <a:cubicBezTo>
                  <a:pt x="37668" y="6703"/>
                  <a:pt x="34890" y="7917"/>
                  <a:pt x="32088" y="9061"/>
                </a:cubicBezTo>
                <a:cubicBezTo>
                  <a:pt x="30501" y="9703"/>
                  <a:pt x="28902" y="10310"/>
                  <a:pt x="27291" y="10894"/>
                </a:cubicBezTo>
                <a:cubicBezTo>
                  <a:pt x="27120" y="10951"/>
                  <a:pt x="26941" y="10980"/>
                  <a:pt x="26763" y="10980"/>
                </a:cubicBezTo>
                <a:cubicBezTo>
                  <a:pt x="26614" y="10980"/>
                  <a:pt x="26466" y="10960"/>
                  <a:pt x="26322" y="10917"/>
                </a:cubicBezTo>
                <a:cubicBezTo>
                  <a:pt x="25552" y="10614"/>
                  <a:pt x="25342" y="9878"/>
                  <a:pt x="25855" y="9201"/>
                </a:cubicBezTo>
                <a:cubicBezTo>
                  <a:pt x="26381" y="8477"/>
                  <a:pt x="26987" y="7835"/>
                  <a:pt x="27665" y="7263"/>
                </a:cubicBezTo>
                <a:cubicBezTo>
                  <a:pt x="29240" y="5991"/>
                  <a:pt x="30898" y="4836"/>
                  <a:pt x="32497" y="3587"/>
                </a:cubicBezTo>
                <a:cubicBezTo>
                  <a:pt x="33151" y="3026"/>
                  <a:pt x="33781" y="2431"/>
                  <a:pt x="34376" y="1812"/>
                </a:cubicBezTo>
                <a:cubicBezTo>
                  <a:pt x="34598" y="1591"/>
                  <a:pt x="34738" y="1287"/>
                  <a:pt x="34551" y="984"/>
                </a:cubicBezTo>
                <a:cubicBezTo>
                  <a:pt x="34384" y="727"/>
                  <a:pt x="34133" y="662"/>
                  <a:pt x="33849" y="662"/>
                </a:cubicBezTo>
                <a:cubicBezTo>
                  <a:pt x="33796" y="662"/>
                  <a:pt x="33742" y="665"/>
                  <a:pt x="33688" y="668"/>
                </a:cubicBezTo>
                <a:cubicBezTo>
                  <a:pt x="32532" y="750"/>
                  <a:pt x="31388" y="984"/>
                  <a:pt x="30303" y="1392"/>
                </a:cubicBezTo>
                <a:cubicBezTo>
                  <a:pt x="28482" y="2011"/>
                  <a:pt x="26672" y="2688"/>
                  <a:pt x="24886" y="3411"/>
                </a:cubicBezTo>
                <a:cubicBezTo>
                  <a:pt x="22622" y="4345"/>
                  <a:pt x="20462" y="5501"/>
                  <a:pt x="18350" y="6750"/>
                </a:cubicBezTo>
                <a:cubicBezTo>
                  <a:pt x="15198" y="8618"/>
                  <a:pt x="12221" y="10742"/>
                  <a:pt x="9548" y="13252"/>
                </a:cubicBezTo>
                <a:cubicBezTo>
                  <a:pt x="8113" y="14629"/>
                  <a:pt x="6759" y="16076"/>
                  <a:pt x="5463" y="17582"/>
                </a:cubicBezTo>
                <a:cubicBezTo>
                  <a:pt x="3969" y="19333"/>
                  <a:pt x="2685" y="21259"/>
                  <a:pt x="1623" y="23302"/>
                </a:cubicBezTo>
                <a:cubicBezTo>
                  <a:pt x="514" y="25380"/>
                  <a:pt x="117" y="27621"/>
                  <a:pt x="23" y="29944"/>
                </a:cubicBezTo>
                <a:cubicBezTo>
                  <a:pt x="0" y="31018"/>
                  <a:pt x="152" y="32080"/>
                  <a:pt x="467" y="33095"/>
                </a:cubicBezTo>
                <a:cubicBezTo>
                  <a:pt x="887" y="34449"/>
                  <a:pt x="1704" y="35652"/>
                  <a:pt x="2813" y="36551"/>
                </a:cubicBezTo>
                <a:cubicBezTo>
                  <a:pt x="4284" y="37729"/>
                  <a:pt x="5988" y="38185"/>
                  <a:pt x="7821" y="38196"/>
                </a:cubicBezTo>
                <a:cubicBezTo>
                  <a:pt x="9350" y="38185"/>
                  <a:pt x="10856" y="37928"/>
                  <a:pt x="12291" y="37426"/>
                </a:cubicBezTo>
                <a:cubicBezTo>
                  <a:pt x="14381" y="36726"/>
                  <a:pt x="16319" y="35745"/>
                  <a:pt x="18023" y="34356"/>
                </a:cubicBezTo>
                <a:cubicBezTo>
                  <a:pt x="19330" y="33282"/>
                  <a:pt x="20579" y="32138"/>
                  <a:pt x="21886" y="31088"/>
                </a:cubicBezTo>
                <a:cubicBezTo>
                  <a:pt x="24244" y="29220"/>
                  <a:pt x="26766" y="27574"/>
                  <a:pt x="29427" y="26197"/>
                </a:cubicBezTo>
                <a:cubicBezTo>
                  <a:pt x="31563" y="25076"/>
                  <a:pt x="33793" y="24142"/>
                  <a:pt x="36081" y="23419"/>
                </a:cubicBezTo>
                <a:cubicBezTo>
                  <a:pt x="38158" y="22765"/>
                  <a:pt x="40306" y="22321"/>
                  <a:pt x="42466" y="22111"/>
                </a:cubicBezTo>
                <a:cubicBezTo>
                  <a:pt x="43633" y="22006"/>
                  <a:pt x="44812" y="21995"/>
                  <a:pt x="45979" y="21960"/>
                </a:cubicBezTo>
                <a:cubicBezTo>
                  <a:pt x="46015" y="21959"/>
                  <a:pt x="46051" y="21958"/>
                  <a:pt x="46086" y="21958"/>
                </a:cubicBezTo>
                <a:cubicBezTo>
                  <a:pt x="46519" y="21958"/>
                  <a:pt x="46960" y="22019"/>
                  <a:pt x="47391" y="22030"/>
                </a:cubicBezTo>
                <a:cubicBezTo>
                  <a:pt x="48174" y="22053"/>
                  <a:pt x="48956" y="22041"/>
                  <a:pt x="49726" y="22076"/>
                </a:cubicBezTo>
                <a:cubicBezTo>
                  <a:pt x="50952" y="22146"/>
                  <a:pt x="52166" y="22181"/>
                  <a:pt x="53380" y="22333"/>
                </a:cubicBezTo>
                <a:cubicBezTo>
                  <a:pt x="54955" y="22520"/>
                  <a:pt x="56543" y="22765"/>
                  <a:pt x="58119" y="23057"/>
                </a:cubicBezTo>
                <a:cubicBezTo>
                  <a:pt x="59543" y="23337"/>
                  <a:pt x="60955" y="23757"/>
                  <a:pt x="62239" y="24458"/>
                </a:cubicBezTo>
                <a:cubicBezTo>
                  <a:pt x="63348" y="25053"/>
                  <a:pt x="64387" y="25777"/>
                  <a:pt x="65461" y="26454"/>
                </a:cubicBezTo>
                <a:cubicBezTo>
                  <a:pt x="66395" y="27026"/>
                  <a:pt x="67305" y="27633"/>
                  <a:pt x="68414" y="27843"/>
                </a:cubicBezTo>
                <a:cubicBezTo>
                  <a:pt x="68502" y="27858"/>
                  <a:pt x="68590" y="27866"/>
                  <a:pt x="68677" y="27866"/>
                </a:cubicBezTo>
                <a:cubicBezTo>
                  <a:pt x="69572" y="27866"/>
                  <a:pt x="70374" y="27080"/>
                  <a:pt x="70118" y="26197"/>
                </a:cubicBezTo>
                <a:cubicBezTo>
                  <a:pt x="69978" y="25765"/>
                  <a:pt x="69733" y="25368"/>
                  <a:pt x="69418" y="25041"/>
                </a:cubicBezTo>
                <a:cubicBezTo>
                  <a:pt x="68391" y="23874"/>
                  <a:pt x="67002" y="23290"/>
                  <a:pt x="65566" y="22788"/>
                </a:cubicBezTo>
                <a:cubicBezTo>
                  <a:pt x="64971" y="22567"/>
                  <a:pt x="64399" y="22298"/>
                  <a:pt x="63862" y="21960"/>
                </a:cubicBezTo>
                <a:cubicBezTo>
                  <a:pt x="63523" y="21761"/>
                  <a:pt x="63558" y="21469"/>
                  <a:pt x="63897" y="21329"/>
                </a:cubicBezTo>
                <a:cubicBezTo>
                  <a:pt x="64156" y="21219"/>
                  <a:pt x="64442" y="21161"/>
                  <a:pt x="64731" y="21161"/>
                </a:cubicBezTo>
                <a:cubicBezTo>
                  <a:pt x="64780" y="21161"/>
                  <a:pt x="64828" y="21162"/>
                  <a:pt x="64877" y="21166"/>
                </a:cubicBezTo>
                <a:cubicBezTo>
                  <a:pt x="66418" y="21283"/>
                  <a:pt x="67830" y="21866"/>
                  <a:pt x="69161" y="22602"/>
                </a:cubicBezTo>
                <a:cubicBezTo>
                  <a:pt x="70352" y="23244"/>
                  <a:pt x="71496" y="23956"/>
                  <a:pt x="72628" y="24679"/>
                </a:cubicBezTo>
                <a:cubicBezTo>
                  <a:pt x="74834" y="26092"/>
                  <a:pt x="77017" y="27527"/>
                  <a:pt x="78955" y="29302"/>
                </a:cubicBezTo>
                <a:cubicBezTo>
                  <a:pt x="80694" y="30878"/>
                  <a:pt x="82223" y="32675"/>
                  <a:pt x="83484" y="34648"/>
                </a:cubicBezTo>
                <a:cubicBezTo>
                  <a:pt x="85188" y="37368"/>
                  <a:pt x="86425" y="40286"/>
                  <a:pt x="87698" y="43204"/>
                </a:cubicBezTo>
                <a:cubicBezTo>
                  <a:pt x="88059" y="44033"/>
                  <a:pt x="88491" y="44838"/>
                  <a:pt x="88993" y="45609"/>
                </a:cubicBezTo>
                <a:cubicBezTo>
                  <a:pt x="89256" y="45993"/>
                  <a:pt x="89586" y="46146"/>
                  <a:pt x="89907" y="46146"/>
                </a:cubicBezTo>
                <a:cubicBezTo>
                  <a:pt x="90387" y="46146"/>
                  <a:pt x="90847" y="45806"/>
                  <a:pt x="91036" y="45387"/>
                </a:cubicBezTo>
                <a:cubicBezTo>
                  <a:pt x="91374" y="44651"/>
                  <a:pt x="91316" y="43881"/>
                  <a:pt x="91223" y="43111"/>
                </a:cubicBezTo>
                <a:cubicBezTo>
                  <a:pt x="91036" y="41523"/>
                  <a:pt x="90499" y="40006"/>
                  <a:pt x="89635" y="38652"/>
                </a:cubicBezTo>
                <a:cubicBezTo>
                  <a:pt x="88783" y="37309"/>
                  <a:pt x="87803" y="36072"/>
                  <a:pt x="86892" y="34753"/>
                </a:cubicBezTo>
                <a:cubicBezTo>
                  <a:pt x="86495" y="34169"/>
                  <a:pt x="86133" y="33562"/>
                  <a:pt x="85795" y="32932"/>
                </a:cubicBezTo>
                <a:cubicBezTo>
                  <a:pt x="85631" y="32640"/>
                  <a:pt x="85491" y="32302"/>
                  <a:pt x="85830" y="32010"/>
                </a:cubicBezTo>
                <a:cubicBezTo>
                  <a:pt x="85953" y="31899"/>
                  <a:pt x="86075" y="31858"/>
                  <a:pt x="86194" y="31858"/>
                </a:cubicBezTo>
                <a:cubicBezTo>
                  <a:pt x="86403" y="31858"/>
                  <a:pt x="86606" y="31983"/>
                  <a:pt x="86799" y="32080"/>
                </a:cubicBezTo>
                <a:cubicBezTo>
                  <a:pt x="87674" y="32512"/>
                  <a:pt x="88340" y="33212"/>
                  <a:pt x="88958" y="33924"/>
                </a:cubicBezTo>
                <a:cubicBezTo>
                  <a:pt x="90546" y="35757"/>
                  <a:pt x="91725" y="37846"/>
                  <a:pt x="92729" y="40029"/>
                </a:cubicBezTo>
                <a:cubicBezTo>
                  <a:pt x="93627" y="42013"/>
                  <a:pt x="94503" y="44009"/>
                  <a:pt x="95448" y="45970"/>
                </a:cubicBezTo>
                <a:cubicBezTo>
                  <a:pt x="95798" y="46647"/>
                  <a:pt x="96230" y="47278"/>
                  <a:pt x="96744" y="47838"/>
                </a:cubicBezTo>
                <a:cubicBezTo>
                  <a:pt x="97027" y="48216"/>
                  <a:pt x="97468" y="48423"/>
                  <a:pt x="97922" y="48423"/>
                </a:cubicBezTo>
                <a:cubicBezTo>
                  <a:pt x="98086" y="48423"/>
                  <a:pt x="98252" y="48396"/>
                  <a:pt x="98413" y="48340"/>
                </a:cubicBezTo>
                <a:cubicBezTo>
                  <a:pt x="99219" y="48095"/>
                  <a:pt x="99475" y="47406"/>
                  <a:pt x="99650" y="46694"/>
                </a:cubicBezTo>
                <a:cubicBezTo>
                  <a:pt x="99931" y="45574"/>
                  <a:pt x="99919" y="44441"/>
                  <a:pt x="99837" y="43286"/>
                </a:cubicBezTo>
                <a:cubicBezTo>
                  <a:pt x="99744" y="41955"/>
                  <a:pt x="99534" y="40624"/>
                  <a:pt x="99230" y="39329"/>
                </a:cubicBezTo>
                <a:cubicBezTo>
                  <a:pt x="98845" y="37613"/>
                  <a:pt x="98296" y="35944"/>
                  <a:pt x="97584" y="34333"/>
                </a:cubicBezTo>
                <a:cubicBezTo>
                  <a:pt x="97223" y="33516"/>
                  <a:pt x="96767" y="32745"/>
                  <a:pt x="96464" y="31916"/>
                </a:cubicBezTo>
                <a:cubicBezTo>
                  <a:pt x="95962" y="30562"/>
                  <a:pt x="95542" y="29173"/>
                  <a:pt x="95110" y="27796"/>
                </a:cubicBezTo>
                <a:cubicBezTo>
                  <a:pt x="94479" y="25765"/>
                  <a:pt x="93931" y="23710"/>
                  <a:pt x="93207" y="21703"/>
                </a:cubicBezTo>
                <a:cubicBezTo>
                  <a:pt x="92542" y="19835"/>
                  <a:pt x="91783" y="17991"/>
                  <a:pt x="90943" y="16205"/>
                </a:cubicBezTo>
                <a:cubicBezTo>
                  <a:pt x="90277" y="14851"/>
                  <a:pt x="89530" y="13543"/>
                  <a:pt x="88701" y="12294"/>
                </a:cubicBezTo>
                <a:cubicBezTo>
                  <a:pt x="87347" y="10182"/>
                  <a:pt x="85701" y="8279"/>
                  <a:pt x="83799" y="6645"/>
                </a:cubicBezTo>
                <a:cubicBezTo>
                  <a:pt x="81791" y="4917"/>
                  <a:pt x="79550" y="3505"/>
                  <a:pt x="77134" y="2419"/>
                </a:cubicBezTo>
                <a:cubicBezTo>
                  <a:pt x="74145" y="1077"/>
                  <a:pt x="70959" y="271"/>
                  <a:pt x="67690" y="50"/>
                </a:cubicBezTo>
                <a:cubicBezTo>
                  <a:pt x="67168" y="11"/>
                  <a:pt x="66643" y="0"/>
                  <a:pt x="6611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53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en-GB" sz="3000"/>
              <a:t>Value</a:t>
            </a:r>
            <a:endParaRPr sz="1100"/>
          </a:p>
        </p:txBody>
      </p:sp>
      <p:sp>
        <p:nvSpPr>
          <p:cNvPr id="423" name="Google Shape;423;p53"/>
          <p:cNvSpPr txBox="1"/>
          <p:nvPr>
            <p:ph idx="1" type="body"/>
          </p:nvPr>
        </p:nvSpPr>
        <p:spPr>
          <a:xfrm>
            <a:off x="715050" y="14785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228600" lvl="0" marL="3429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GB" sz="15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Better import planning</a:t>
            </a:r>
            <a:endParaRPr sz="1100"/>
          </a:p>
          <a:p>
            <a:pPr indent="-228600" lvl="0" marL="3429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GB" sz="15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Separation on raw demand from price effects </a:t>
            </a:r>
            <a:endParaRPr sz="1500">
              <a:solidFill>
                <a:schemeClr val="dk1"/>
              </a:solidFill>
              <a:latin typeface="Yusei Magic"/>
              <a:ea typeface="Yusei Magic"/>
              <a:cs typeface="Yusei Magic"/>
              <a:sym typeface="Yusei Magic"/>
            </a:endParaRPr>
          </a:p>
          <a:p>
            <a:pPr indent="-228600" lvl="0" marL="3429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GB" sz="15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especially when combining with the timeseries of the quantities</a:t>
            </a:r>
            <a:endParaRPr sz="1100"/>
          </a:p>
          <a:p>
            <a:pPr indent="-228600" lvl="0" marL="3429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GB" sz="15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Reduced risk from assumptions</a:t>
            </a:r>
            <a:endParaRPr sz="1100"/>
          </a:p>
          <a:p>
            <a:pPr indent="-228600" lvl="0" marL="3429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GB" sz="15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rPr>
              <a:t>Data-driven economic interpretation</a:t>
            </a:r>
            <a:endParaRPr sz="1100"/>
          </a:p>
        </p:txBody>
      </p:sp>
      <p:sp>
        <p:nvSpPr>
          <p:cNvPr id="424" name="Google Shape;424;p53"/>
          <p:cNvSpPr/>
          <p:nvPr/>
        </p:nvSpPr>
        <p:spPr>
          <a:xfrm flipH="1">
            <a:off x="6353471" y="3471525"/>
            <a:ext cx="2993315" cy="1740627"/>
          </a:xfrm>
          <a:custGeom>
            <a:rect b="b" l="l" r="r" t="t"/>
            <a:pathLst>
              <a:path extrusionOk="0" h="53952" w="92297">
                <a:moveTo>
                  <a:pt x="38287" y="1"/>
                </a:moveTo>
                <a:cubicBezTo>
                  <a:pt x="37676" y="1"/>
                  <a:pt x="37064" y="10"/>
                  <a:pt x="36454" y="35"/>
                </a:cubicBezTo>
                <a:cubicBezTo>
                  <a:pt x="34843" y="117"/>
                  <a:pt x="33232" y="292"/>
                  <a:pt x="31645" y="584"/>
                </a:cubicBezTo>
                <a:cubicBezTo>
                  <a:pt x="29766" y="899"/>
                  <a:pt x="27898" y="1307"/>
                  <a:pt x="26042" y="1774"/>
                </a:cubicBezTo>
                <a:cubicBezTo>
                  <a:pt x="23976" y="2300"/>
                  <a:pt x="21980" y="3058"/>
                  <a:pt x="20019" y="3899"/>
                </a:cubicBezTo>
                <a:cubicBezTo>
                  <a:pt x="17462" y="4984"/>
                  <a:pt x="15000" y="6257"/>
                  <a:pt x="12700" y="7821"/>
                </a:cubicBezTo>
                <a:cubicBezTo>
                  <a:pt x="10972" y="8988"/>
                  <a:pt x="9280" y="10225"/>
                  <a:pt x="7692" y="11556"/>
                </a:cubicBezTo>
                <a:cubicBezTo>
                  <a:pt x="6198" y="12817"/>
                  <a:pt x="4786" y="14159"/>
                  <a:pt x="3455" y="15583"/>
                </a:cubicBezTo>
                <a:cubicBezTo>
                  <a:pt x="2276" y="16821"/>
                  <a:pt x="1237" y="18198"/>
                  <a:pt x="152" y="19517"/>
                </a:cubicBezTo>
                <a:cubicBezTo>
                  <a:pt x="47" y="19692"/>
                  <a:pt x="0" y="19891"/>
                  <a:pt x="12" y="20089"/>
                </a:cubicBezTo>
                <a:lnTo>
                  <a:pt x="12" y="43119"/>
                </a:lnTo>
                <a:lnTo>
                  <a:pt x="12" y="53952"/>
                </a:lnTo>
                <a:lnTo>
                  <a:pt x="92227" y="53952"/>
                </a:lnTo>
                <a:cubicBezTo>
                  <a:pt x="92262" y="53928"/>
                  <a:pt x="92273" y="53847"/>
                  <a:pt x="92297" y="53800"/>
                </a:cubicBezTo>
                <a:lnTo>
                  <a:pt x="87919" y="53788"/>
                </a:lnTo>
                <a:cubicBezTo>
                  <a:pt x="87966" y="53170"/>
                  <a:pt x="88036" y="52574"/>
                  <a:pt x="88048" y="51979"/>
                </a:cubicBezTo>
                <a:cubicBezTo>
                  <a:pt x="88094" y="50263"/>
                  <a:pt x="88153" y="48547"/>
                  <a:pt x="88129" y="46820"/>
                </a:cubicBezTo>
                <a:cubicBezTo>
                  <a:pt x="88094" y="45617"/>
                  <a:pt x="88001" y="44415"/>
                  <a:pt x="87849" y="43224"/>
                </a:cubicBezTo>
                <a:cubicBezTo>
                  <a:pt x="87557" y="40820"/>
                  <a:pt x="87172" y="38427"/>
                  <a:pt x="86472" y="36116"/>
                </a:cubicBezTo>
                <a:cubicBezTo>
                  <a:pt x="85900" y="34260"/>
                  <a:pt x="85316" y="32392"/>
                  <a:pt x="84628" y="30571"/>
                </a:cubicBezTo>
                <a:cubicBezTo>
                  <a:pt x="83659" y="28096"/>
                  <a:pt x="82468" y="25704"/>
                  <a:pt x="81067" y="23451"/>
                </a:cubicBezTo>
                <a:cubicBezTo>
                  <a:pt x="79632" y="21081"/>
                  <a:pt x="77997" y="18852"/>
                  <a:pt x="76176" y="16786"/>
                </a:cubicBezTo>
                <a:cubicBezTo>
                  <a:pt x="75336" y="15840"/>
                  <a:pt x="74484" y="14883"/>
                  <a:pt x="73585" y="13996"/>
                </a:cubicBezTo>
                <a:cubicBezTo>
                  <a:pt x="69710" y="10179"/>
                  <a:pt x="65239" y="7039"/>
                  <a:pt x="60348" y="4693"/>
                </a:cubicBezTo>
                <a:cubicBezTo>
                  <a:pt x="58422" y="3759"/>
                  <a:pt x="56438" y="2977"/>
                  <a:pt x="54395" y="2358"/>
                </a:cubicBezTo>
                <a:cubicBezTo>
                  <a:pt x="52609" y="1821"/>
                  <a:pt x="50812" y="1342"/>
                  <a:pt x="48991" y="922"/>
                </a:cubicBezTo>
                <a:cubicBezTo>
                  <a:pt x="47905" y="677"/>
                  <a:pt x="46796" y="502"/>
                  <a:pt x="45687" y="385"/>
                </a:cubicBezTo>
                <a:cubicBezTo>
                  <a:pt x="44637" y="245"/>
                  <a:pt x="43586" y="128"/>
                  <a:pt x="42524" y="93"/>
                </a:cubicBezTo>
                <a:cubicBezTo>
                  <a:pt x="41115" y="53"/>
                  <a:pt x="39700" y="1"/>
                  <a:pt x="3828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5" name="Google Shape;425;p53"/>
          <p:cNvGrpSpPr/>
          <p:nvPr/>
        </p:nvGrpSpPr>
        <p:grpSpPr>
          <a:xfrm flipH="1">
            <a:off x="8153508" y="4177578"/>
            <a:ext cx="387749" cy="306391"/>
            <a:chOff x="1101425" y="4597125"/>
            <a:chExt cx="469550" cy="374575"/>
          </a:xfrm>
        </p:grpSpPr>
        <p:sp>
          <p:nvSpPr>
            <p:cNvPr id="426" name="Google Shape;426;p53"/>
            <p:cNvSpPr/>
            <p:nvPr/>
          </p:nvSpPr>
          <p:spPr>
            <a:xfrm>
              <a:off x="1101425" y="4597125"/>
              <a:ext cx="438050" cy="283250"/>
            </a:xfrm>
            <a:custGeom>
              <a:rect b="b" l="l" r="r" t="t"/>
              <a:pathLst>
                <a:path extrusionOk="0" h="11330" w="17522">
                  <a:moveTo>
                    <a:pt x="12099" y="0"/>
                  </a:moveTo>
                  <a:cubicBezTo>
                    <a:pt x="11486" y="0"/>
                    <a:pt x="10870" y="51"/>
                    <a:pt x="10261" y="146"/>
                  </a:cubicBezTo>
                  <a:cubicBezTo>
                    <a:pt x="9607" y="228"/>
                    <a:pt x="8965" y="357"/>
                    <a:pt x="8335" y="532"/>
                  </a:cubicBezTo>
                  <a:cubicBezTo>
                    <a:pt x="7086" y="870"/>
                    <a:pt x="5895" y="1407"/>
                    <a:pt x="4809" y="2119"/>
                  </a:cubicBezTo>
                  <a:cubicBezTo>
                    <a:pt x="3467" y="2971"/>
                    <a:pt x="2276" y="4057"/>
                    <a:pt x="1308" y="5318"/>
                  </a:cubicBezTo>
                  <a:cubicBezTo>
                    <a:pt x="432" y="6438"/>
                    <a:pt x="0" y="7699"/>
                    <a:pt x="199" y="9135"/>
                  </a:cubicBezTo>
                  <a:cubicBezTo>
                    <a:pt x="257" y="9660"/>
                    <a:pt x="409" y="10162"/>
                    <a:pt x="654" y="10640"/>
                  </a:cubicBezTo>
                  <a:cubicBezTo>
                    <a:pt x="829" y="11014"/>
                    <a:pt x="1121" y="11271"/>
                    <a:pt x="1553" y="11306"/>
                  </a:cubicBezTo>
                  <a:cubicBezTo>
                    <a:pt x="1833" y="11329"/>
                    <a:pt x="2101" y="11329"/>
                    <a:pt x="2381" y="11329"/>
                  </a:cubicBezTo>
                  <a:cubicBezTo>
                    <a:pt x="3140" y="11317"/>
                    <a:pt x="3899" y="11177"/>
                    <a:pt x="4623" y="10909"/>
                  </a:cubicBezTo>
                  <a:cubicBezTo>
                    <a:pt x="6269" y="10325"/>
                    <a:pt x="7447" y="9193"/>
                    <a:pt x="8405" y="7769"/>
                  </a:cubicBezTo>
                  <a:cubicBezTo>
                    <a:pt x="8813" y="7162"/>
                    <a:pt x="9257" y="6578"/>
                    <a:pt x="9747" y="6018"/>
                  </a:cubicBezTo>
                  <a:cubicBezTo>
                    <a:pt x="10459" y="5224"/>
                    <a:pt x="11346" y="4594"/>
                    <a:pt x="12338" y="4174"/>
                  </a:cubicBezTo>
                  <a:cubicBezTo>
                    <a:pt x="12969" y="3893"/>
                    <a:pt x="13634" y="3707"/>
                    <a:pt x="14323" y="3602"/>
                  </a:cubicBezTo>
                  <a:cubicBezTo>
                    <a:pt x="15011" y="3497"/>
                    <a:pt x="15712" y="3415"/>
                    <a:pt x="16412" y="3310"/>
                  </a:cubicBezTo>
                  <a:cubicBezTo>
                    <a:pt x="16774" y="3275"/>
                    <a:pt x="17124" y="3193"/>
                    <a:pt x="17521" y="3123"/>
                  </a:cubicBezTo>
                  <a:cubicBezTo>
                    <a:pt x="17439" y="2983"/>
                    <a:pt x="17369" y="2866"/>
                    <a:pt x="17311" y="2761"/>
                  </a:cubicBezTo>
                  <a:cubicBezTo>
                    <a:pt x="16307" y="964"/>
                    <a:pt x="14743" y="100"/>
                    <a:pt x="12724" y="18"/>
                  </a:cubicBezTo>
                  <a:cubicBezTo>
                    <a:pt x="12516" y="6"/>
                    <a:pt x="12308" y="0"/>
                    <a:pt x="120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53"/>
            <p:cNvSpPr/>
            <p:nvPr/>
          </p:nvSpPr>
          <p:spPr>
            <a:xfrm>
              <a:off x="1148975" y="4706625"/>
              <a:ext cx="422000" cy="265075"/>
            </a:xfrm>
            <a:custGeom>
              <a:rect b="b" l="l" r="r" t="t"/>
              <a:pathLst>
                <a:path extrusionOk="0" h="10603" w="16880">
                  <a:moveTo>
                    <a:pt x="15934" y="0"/>
                  </a:moveTo>
                  <a:cubicBezTo>
                    <a:pt x="15911" y="0"/>
                    <a:pt x="15888" y="1"/>
                    <a:pt x="15864" y="4"/>
                  </a:cubicBezTo>
                  <a:cubicBezTo>
                    <a:pt x="15339" y="15"/>
                    <a:pt x="14825" y="62"/>
                    <a:pt x="14312" y="132"/>
                  </a:cubicBezTo>
                  <a:cubicBezTo>
                    <a:pt x="13214" y="296"/>
                    <a:pt x="12141" y="611"/>
                    <a:pt x="11113" y="1054"/>
                  </a:cubicBezTo>
                  <a:cubicBezTo>
                    <a:pt x="10308" y="1428"/>
                    <a:pt x="9561" y="1918"/>
                    <a:pt x="8896" y="2525"/>
                  </a:cubicBezTo>
                  <a:cubicBezTo>
                    <a:pt x="8102" y="3260"/>
                    <a:pt x="7448" y="4148"/>
                    <a:pt x="6970" y="5116"/>
                  </a:cubicBezTo>
                  <a:cubicBezTo>
                    <a:pt x="6573" y="5863"/>
                    <a:pt x="6001" y="6517"/>
                    <a:pt x="5300" y="6996"/>
                  </a:cubicBezTo>
                  <a:cubicBezTo>
                    <a:pt x="4308" y="7661"/>
                    <a:pt x="3188" y="7918"/>
                    <a:pt x="2020" y="8035"/>
                  </a:cubicBezTo>
                  <a:cubicBezTo>
                    <a:pt x="1460" y="8093"/>
                    <a:pt x="900" y="8163"/>
                    <a:pt x="339" y="8233"/>
                  </a:cubicBezTo>
                  <a:cubicBezTo>
                    <a:pt x="246" y="8245"/>
                    <a:pt x="141" y="8256"/>
                    <a:pt x="48" y="8280"/>
                  </a:cubicBezTo>
                  <a:lnTo>
                    <a:pt x="1" y="8361"/>
                  </a:lnTo>
                  <a:cubicBezTo>
                    <a:pt x="409" y="8723"/>
                    <a:pt x="783" y="9108"/>
                    <a:pt x="1203" y="9435"/>
                  </a:cubicBezTo>
                  <a:cubicBezTo>
                    <a:pt x="2160" y="10182"/>
                    <a:pt x="3281" y="10498"/>
                    <a:pt x="4460" y="10568"/>
                  </a:cubicBezTo>
                  <a:cubicBezTo>
                    <a:pt x="4814" y="10591"/>
                    <a:pt x="5167" y="10603"/>
                    <a:pt x="5519" y="10603"/>
                  </a:cubicBezTo>
                  <a:cubicBezTo>
                    <a:pt x="6222" y="10603"/>
                    <a:pt x="6923" y="10556"/>
                    <a:pt x="7623" y="10463"/>
                  </a:cubicBezTo>
                  <a:cubicBezTo>
                    <a:pt x="8569" y="10322"/>
                    <a:pt x="9491" y="10066"/>
                    <a:pt x="10366" y="9715"/>
                  </a:cubicBezTo>
                  <a:cubicBezTo>
                    <a:pt x="11160" y="9389"/>
                    <a:pt x="11907" y="8980"/>
                    <a:pt x="12608" y="8478"/>
                  </a:cubicBezTo>
                  <a:cubicBezTo>
                    <a:pt x="13460" y="7871"/>
                    <a:pt x="14242" y="7147"/>
                    <a:pt x="14930" y="6342"/>
                  </a:cubicBezTo>
                  <a:cubicBezTo>
                    <a:pt x="15409" y="5758"/>
                    <a:pt x="15899" y="5163"/>
                    <a:pt x="16238" y="4474"/>
                  </a:cubicBezTo>
                  <a:cubicBezTo>
                    <a:pt x="16541" y="3879"/>
                    <a:pt x="16728" y="3237"/>
                    <a:pt x="16798" y="2572"/>
                  </a:cubicBezTo>
                  <a:cubicBezTo>
                    <a:pt x="16880" y="1871"/>
                    <a:pt x="16821" y="1183"/>
                    <a:pt x="16611" y="517"/>
                  </a:cubicBezTo>
                  <a:cubicBezTo>
                    <a:pt x="16524" y="213"/>
                    <a:pt x="16246" y="0"/>
                    <a:pt x="159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8" name="Google Shape;428;p53"/>
          <p:cNvGrpSpPr/>
          <p:nvPr/>
        </p:nvGrpSpPr>
        <p:grpSpPr>
          <a:xfrm flipH="1">
            <a:off x="8078002" y="3913709"/>
            <a:ext cx="179299" cy="230912"/>
            <a:chOff x="1454525" y="4245300"/>
            <a:chExt cx="217125" cy="282300"/>
          </a:xfrm>
        </p:grpSpPr>
        <p:sp>
          <p:nvSpPr>
            <p:cNvPr id="429" name="Google Shape;429;p53"/>
            <p:cNvSpPr/>
            <p:nvPr/>
          </p:nvSpPr>
          <p:spPr>
            <a:xfrm>
              <a:off x="1454525" y="4258175"/>
              <a:ext cx="152350" cy="269425"/>
            </a:xfrm>
            <a:custGeom>
              <a:rect b="b" l="l" r="r" t="t"/>
              <a:pathLst>
                <a:path extrusionOk="0" h="10777" w="6094">
                  <a:moveTo>
                    <a:pt x="2335" y="1"/>
                  </a:moveTo>
                  <a:cubicBezTo>
                    <a:pt x="2230" y="24"/>
                    <a:pt x="2136" y="59"/>
                    <a:pt x="2055" y="94"/>
                  </a:cubicBezTo>
                  <a:cubicBezTo>
                    <a:pt x="1634" y="257"/>
                    <a:pt x="1261" y="514"/>
                    <a:pt x="957" y="841"/>
                  </a:cubicBezTo>
                  <a:cubicBezTo>
                    <a:pt x="782" y="1028"/>
                    <a:pt x="642" y="1226"/>
                    <a:pt x="514" y="1448"/>
                  </a:cubicBezTo>
                  <a:cubicBezTo>
                    <a:pt x="421" y="1623"/>
                    <a:pt x="339" y="1822"/>
                    <a:pt x="269" y="2008"/>
                  </a:cubicBezTo>
                  <a:cubicBezTo>
                    <a:pt x="210" y="2183"/>
                    <a:pt x="152" y="2359"/>
                    <a:pt x="129" y="2545"/>
                  </a:cubicBezTo>
                  <a:cubicBezTo>
                    <a:pt x="82" y="2860"/>
                    <a:pt x="47" y="3176"/>
                    <a:pt x="24" y="3491"/>
                  </a:cubicBezTo>
                  <a:cubicBezTo>
                    <a:pt x="0" y="3771"/>
                    <a:pt x="0" y="4051"/>
                    <a:pt x="0" y="4320"/>
                  </a:cubicBezTo>
                  <a:cubicBezTo>
                    <a:pt x="0" y="4541"/>
                    <a:pt x="24" y="4751"/>
                    <a:pt x="59" y="4973"/>
                  </a:cubicBezTo>
                  <a:cubicBezTo>
                    <a:pt x="94" y="5242"/>
                    <a:pt x="129" y="5522"/>
                    <a:pt x="187" y="5790"/>
                  </a:cubicBezTo>
                  <a:cubicBezTo>
                    <a:pt x="280" y="6164"/>
                    <a:pt x="386" y="6537"/>
                    <a:pt x="514" y="6899"/>
                  </a:cubicBezTo>
                  <a:cubicBezTo>
                    <a:pt x="619" y="7203"/>
                    <a:pt x="759" y="7495"/>
                    <a:pt x="911" y="7763"/>
                  </a:cubicBezTo>
                  <a:cubicBezTo>
                    <a:pt x="1063" y="8067"/>
                    <a:pt x="1249" y="8347"/>
                    <a:pt x="1436" y="8638"/>
                  </a:cubicBezTo>
                  <a:cubicBezTo>
                    <a:pt x="1541" y="8802"/>
                    <a:pt x="1646" y="8954"/>
                    <a:pt x="1775" y="9105"/>
                  </a:cubicBezTo>
                  <a:cubicBezTo>
                    <a:pt x="1973" y="9351"/>
                    <a:pt x="2195" y="9572"/>
                    <a:pt x="2393" y="9806"/>
                  </a:cubicBezTo>
                  <a:cubicBezTo>
                    <a:pt x="2603" y="10039"/>
                    <a:pt x="2860" y="10238"/>
                    <a:pt x="3140" y="10389"/>
                  </a:cubicBezTo>
                  <a:cubicBezTo>
                    <a:pt x="3269" y="10459"/>
                    <a:pt x="3397" y="10506"/>
                    <a:pt x="3525" y="10564"/>
                  </a:cubicBezTo>
                  <a:cubicBezTo>
                    <a:pt x="3858" y="10715"/>
                    <a:pt x="4210" y="10776"/>
                    <a:pt x="4572" y="10776"/>
                  </a:cubicBezTo>
                  <a:cubicBezTo>
                    <a:pt x="4605" y="10776"/>
                    <a:pt x="4637" y="10776"/>
                    <a:pt x="4669" y="10775"/>
                  </a:cubicBezTo>
                  <a:cubicBezTo>
                    <a:pt x="4891" y="10751"/>
                    <a:pt x="5113" y="10728"/>
                    <a:pt x="5335" y="10681"/>
                  </a:cubicBezTo>
                  <a:cubicBezTo>
                    <a:pt x="5673" y="10635"/>
                    <a:pt x="5953" y="10366"/>
                    <a:pt x="5988" y="10028"/>
                  </a:cubicBezTo>
                  <a:cubicBezTo>
                    <a:pt x="6070" y="9666"/>
                    <a:pt x="6093" y="9304"/>
                    <a:pt x="6070" y="8930"/>
                  </a:cubicBezTo>
                  <a:cubicBezTo>
                    <a:pt x="6058" y="8580"/>
                    <a:pt x="6000" y="8230"/>
                    <a:pt x="5883" y="7891"/>
                  </a:cubicBezTo>
                  <a:cubicBezTo>
                    <a:pt x="5743" y="7460"/>
                    <a:pt x="5522" y="7051"/>
                    <a:pt x="5253" y="6689"/>
                  </a:cubicBezTo>
                  <a:cubicBezTo>
                    <a:pt x="5031" y="6386"/>
                    <a:pt x="4774" y="6094"/>
                    <a:pt x="4483" y="5849"/>
                  </a:cubicBezTo>
                  <a:cubicBezTo>
                    <a:pt x="4086" y="5545"/>
                    <a:pt x="3724" y="5183"/>
                    <a:pt x="3420" y="4786"/>
                  </a:cubicBezTo>
                  <a:cubicBezTo>
                    <a:pt x="3199" y="4495"/>
                    <a:pt x="3000" y="4191"/>
                    <a:pt x="2825" y="3876"/>
                  </a:cubicBezTo>
                  <a:cubicBezTo>
                    <a:pt x="2650" y="3537"/>
                    <a:pt x="2533" y="3176"/>
                    <a:pt x="2487" y="2802"/>
                  </a:cubicBezTo>
                  <a:cubicBezTo>
                    <a:pt x="2440" y="2405"/>
                    <a:pt x="2393" y="2008"/>
                    <a:pt x="2370" y="1611"/>
                  </a:cubicBezTo>
                  <a:cubicBezTo>
                    <a:pt x="2347" y="1320"/>
                    <a:pt x="2382" y="1039"/>
                    <a:pt x="2382" y="748"/>
                  </a:cubicBezTo>
                  <a:cubicBezTo>
                    <a:pt x="2370" y="503"/>
                    <a:pt x="2347" y="257"/>
                    <a:pt x="2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53"/>
            <p:cNvSpPr/>
            <p:nvPr/>
          </p:nvSpPr>
          <p:spPr>
            <a:xfrm>
              <a:off x="1530400" y="4245300"/>
              <a:ext cx="141250" cy="263000"/>
            </a:xfrm>
            <a:custGeom>
              <a:rect b="b" l="l" r="r" t="t"/>
              <a:pathLst>
                <a:path extrusionOk="0" h="10520" w="5650">
                  <a:moveTo>
                    <a:pt x="913" y="1"/>
                  </a:moveTo>
                  <a:cubicBezTo>
                    <a:pt x="783" y="1"/>
                    <a:pt x="654" y="9"/>
                    <a:pt x="525" y="25"/>
                  </a:cubicBezTo>
                  <a:cubicBezTo>
                    <a:pt x="339" y="49"/>
                    <a:pt x="152" y="107"/>
                    <a:pt x="105" y="317"/>
                  </a:cubicBezTo>
                  <a:cubicBezTo>
                    <a:pt x="47" y="562"/>
                    <a:pt x="24" y="807"/>
                    <a:pt x="12" y="1053"/>
                  </a:cubicBezTo>
                  <a:cubicBezTo>
                    <a:pt x="0" y="1286"/>
                    <a:pt x="12" y="1531"/>
                    <a:pt x="35" y="1765"/>
                  </a:cubicBezTo>
                  <a:cubicBezTo>
                    <a:pt x="70" y="2103"/>
                    <a:pt x="117" y="2430"/>
                    <a:pt x="175" y="2768"/>
                  </a:cubicBezTo>
                  <a:cubicBezTo>
                    <a:pt x="210" y="2955"/>
                    <a:pt x="269" y="3130"/>
                    <a:pt x="315" y="3317"/>
                  </a:cubicBezTo>
                  <a:cubicBezTo>
                    <a:pt x="409" y="3691"/>
                    <a:pt x="561" y="4052"/>
                    <a:pt x="771" y="4379"/>
                  </a:cubicBezTo>
                  <a:cubicBezTo>
                    <a:pt x="899" y="4601"/>
                    <a:pt x="1062" y="4800"/>
                    <a:pt x="1203" y="5010"/>
                  </a:cubicBezTo>
                  <a:cubicBezTo>
                    <a:pt x="1448" y="5336"/>
                    <a:pt x="1751" y="5640"/>
                    <a:pt x="2078" y="5885"/>
                  </a:cubicBezTo>
                  <a:cubicBezTo>
                    <a:pt x="2230" y="6014"/>
                    <a:pt x="2416" y="6095"/>
                    <a:pt x="2557" y="6224"/>
                  </a:cubicBezTo>
                  <a:cubicBezTo>
                    <a:pt x="2825" y="6445"/>
                    <a:pt x="3058" y="6702"/>
                    <a:pt x="3257" y="6994"/>
                  </a:cubicBezTo>
                  <a:cubicBezTo>
                    <a:pt x="3420" y="7251"/>
                    <a:pt x="3549" y="7543"/>
                    <a:pt x="3630" y="7834"/>
                  </a:cubicBezTo>
                  <a:cubicBezTo>
                    <a:pt x="3747" y="8231"/>
                    <a:pt x="3794" y="8628"/>
                    <a:pt x="3782" y="9025"/>
                  </a:cubicBezTo>
                  <a:cubicBezTo>
                    <a:pt x="3771" y="9329"/>
                    <a:pt x="3771" y="9632"/>
                    <a:pt x="3771" y="9936"/>
                  </a:cubicBezTo>
                  <a:lnTo>
                    <a:pt x="3771" y="10484"/>
                  </a:lnTo>
                  <a:lnTo>
                    <a:pt x="3817" y="10519"/>
                  </a:lnTo>
                  <a:cubicBezTo>
                    <a:pt x="3969" y="10391"/>
                    <a:pt x="4132" y="10286"/>
                    <a:pt x="4284" y="10157"/>
                  </a:cubicBezTo>
                  <a:cubicBezTo>
                    <a:pt x="4704" y="9819"/>
                    <a:pt x="5020" y="9375"/>
                    <a:pt x="5218" y="8885"/>
                  </a:cubicBezTo>
                  <a:cubicBezTo>
                    <a:pt x="5358" y="8547"/>
                    <a:pt x="5463" y="8196"/>
                    <a:pt x="5510" y="7834"/>
                  </a:cubicBezTo>
                  <a:cubicBezTo>
                    <a:pt x="5545" y="7601"/>
                    <a:pt x="5568" y="7368"/>
                    <a:pt x="5591" y="7134"/>
                  </a:cubicBezTo>
                  <a:cubicBezTo>
                    <a:pt x="5615" y="6842"/>
                    <a:pt x="5650" y="6550"/>
                    <a:pt x="5650" y="6259"/>
                  </a:cubicBezTo>
                  <a:cubicBezTo>
                    <a:pt x="5650" y="6037"/>
                    <a:pt x="5638" y="5827"/>
                    <a:pt x="5603" y="5605"/>
                  </a:cubicBezTo>
                  <a:cubicBezTo>
                    <a:pt x="5591" y="5336"/>
                    <a:pt x="5545" y="5068"/>
                    <a:pt x="5498" y="4800"/>
                  </a:cubicBezTo>
                  <a:cubicBezTo>
                    <a:pt x="5405" y="4426"/>
                    <a:pt x="5276" y="4064"/>
                    <a:pt x="5160" y="3714"/>
                  </a:cubicBezTo>
                  <a:cubicBezTo>
                    <a:pt x="4949" y="3142"/>
                    <a:pt x="4658" y="2617"/>
                    <a:pt x="4284" y="2150"/>
                  </a:cubicBezTo>
                  <a:cubicBezTo>
                    <a:pt x="3969" y="1753"/>
                    <a:pt x="3630" y="1368"/>
                    <a:pt x="3280" y="1018"/>
                  </a:cubicBezTo>
                  <a:cubicBezTo>
                    <a:pt x="3105" y="842"/>
                    <a:pt x="2907" y="691"/>
                    <a:pt x="2697" y="551"/>
                  </a:cubicBezTo>
                  <a:cubicBezTo>
                    <a:pt x="2451" y="364"/>
                    <a:pt x="2183" y="235"/>
                    <a:pt x="1891" y="154"/>
                  </a:cubicBezTo>
                  <a:cubicBezTo>
                    <a:pt x="1573" y="53"/>
                    <a:pt x="1242" y="1"/>
                    <a:pt x="9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1" name="Google Shape;431;p53"/>
          <p:cNvGrpSpPr/>
          <p:nvPr/>
        </p:nvGrpSpPr>
        <p:grpSpPr>
          <a:xfrm flipH="1" rot="-2500248">
            <a:off x="8326263" y="3970869"/>
            <a:ext cx="112215" cy="144518"/>
            <a:chOff x="1454525" y="4245300"/>
            <a:chExt cx="217125" cy="282300"/>
          </a:xfrm>
        </p:grpSpPr>
        <p:sp>
          <p:nvSpPr>
            <p:cNvPr id="432" name="Google Shape;432;p53"/>
            <p:cNvSpPr/>
            <p:nvPr/>
          </p:nvSpPr>
          <p:spPr>
            <a:xfrm>
              <a:off x="1454525" y="4258175"/>
              <a:ext cx="152350" cy="269425"/>
            </a:xfrm>
            <a:custGeom>
              <a:rect b="b" l="l" r="r" t="t"/>
              <a:pathLst>
                <a:path extrusionOk="0" h="10777" w="6094">
                  <a:moveTo>
                    <a:pt x="2335" y="1"/>
                  </a:moveTo>
                  <a:cubicBezTo>
                    <a:pt x="2230" y="24"/>
                    <a:pt x="2136" y="59"/>
                    <a:pt x="2055" y="94"/>
                  </a:cubicBezTo>
                  <a:cubicBezTo>
                    <a:pt x="1634" y="257"/>
                    <a:pt x="1261" y="514"/>
                    <a:pt x="957" y="841"/>
                  </a:cubicBezTo>
                  <a:cubicBezTo>
                    <a:pt x="782" y="1028"/>
                    <a:pt x="642" y="1226"/>
                    <a:pt x="514" y="1448"/>
                  </a:cubicBezTo>
                  <a:cubicBezTo>
                    <a:pt x="421" y="1623"/>
                    <a:pt x="339" y="1822"/>
                    <a:pt x="269" y="2008"/>
                  </a:cubicBezTo>
                  <a:cubicBezTo>
                    <a:pt x="210" y="2183"/>
                    <a:pt x="152" y="2359"/>
                    <a:pt x="129" y="2545"/>
                  </a:cubicBezTo>
                  <a:cubicBezTo>
                    <a:pt x="82" y="2860"/>
                    <a:pt x="47" y="3176"/>
                    <a:pt x="24" y="3491"/>
                  </a:cubicBezTo>
                  <a:cubicBezTo>
                    <a:pt x="0" y="3771"/>
                    <a:pt x="0" y="4051"/>
                    <a:pt x="0" y="4320"/>
                  </a:cubicBezTo>
                  <a:cubicBezTo>
                    <a:pt x="0" y="4541"/>
                    <a:pt x="24" y="4751"/>
                    <a:pt x="59" y="4973"/>
                  </a:cubicBezTo>
                  <a:cubicBezTo>
                    <a:pt x="94" y="5242"/>
                    <a:pt x="129" y="5522"/>
                    <a:pt x="187" y="5790"/>
                  </a:cubicBezTo>
                  <a:cubicBezTo>
                    <a:pt x="280" y="6164"/>
                    <a:pt x="386" y="6537"/>
                    <a:pt x="514" y="6899"/>
                  </a:cubicBezTo>
                  <a:cubicBezTo>
                    <a:pt x="619" y="7203"/>
                    <a:pt x="759" y="7495"/>
                    <a:pt x="911" y="7763"/>
                  </a:cubicBezTo>
                  <a:cubicBezTo>
                    <a:pt x="1063" y="8067"/>
                    <a:pt x="1249" y="8347"/>
                    <a:pt x="1436" y="8638"/>
                  </a:cubicBezTo>
                  <a:cubicBezTo>
                    <a:pt x="1541" y="8802"/>
                    <a:pt x="1646" y="8954"/>
                    <a:pt x="1775" y="9105"/>
                  </a:cubicBezTo>
                  <a:cubicBezTo>
                    <a:pt x="1973" y="9351"/>
                    <a:pt x="2195" y="9572"/>
                    <a:pt x="2393" y="9806"/>
                  </a:cubicBezTo>
                  <a:cubicBezTo>
                    <a:pt x="2603" y="10039"/>
                    <a:pt x="2860" y="10238"/>
                    <a:pt x="3140" y="10389"/>
                  </a:cubicBezTo>
                  <a:cubicBezTo>
                    <a:pt x="3269" y="10459"/>
                    <a:pt x="3397" y="10506"/>
                    <a:pt x="3525" y="10564"/>
                  </a:cubicBezTo>
                  <a:cubicBezTo>
                    <a:pt x="3858" y="10715"/>
                    <a:pt x="4210" y="10776"/>
                    <a:pt x="4572" y="10776"/>
                  </a:cubicBezTo>
                  <a:cubicBezTo>
                    <a:pt x="4605" y="10776"/>
                    <a:pt x="4637" y="10776"/>
                    <a:pt x="4669" y="10775"/>
                  </a:cubicBezTo>
                  <a:cubicBezTo>
                    <a:pt x="4891" y="10751"/>
                    <a:pt x="5113" y="10728"/>
                    <a:pt x="5335" y="10681"/>
                  </a:cubicBezTo>
                  <a:cubicBezTo>
                    <a:pt x="5673" y="10635"/>
                    <a:pt x="5953" y="10366"/>
                    <a:pt x="5988" y="10028"/>
                  </a:cubicBezTo>
                  <a:cubicBezTo>
                    <a:pt x="6070" y="9666"/>
                    <a:pt x="6093" y="9304"/>
                    <a:pt x="6070" y="8930"/>
                  </a:cubicBezTo>
                  <a:cubicBezTo>
                    <a:pt x="6058" y="8580"/>
                    <a:pt x="6000" y="8230"/>
                    <a:pt x="5883" y="7891"/>
                  </a:cubicBezTo>
                  <a:cubicBezTo>
                    <a:pt x="5743" y="7460"/>
                    <a:pt x="5522" y="7051"/>
                    <a:pt x="5253" y="6689"/>
                  </a:cubicBezTo>
                  <a:cubicBezTo>
                    <a:pt x="5031" y="6386"/>
                    <a:pt x="4774" y="6094"/>
                    <a:pt x="4483" y="5849"/>
                  </a:cubicBezTo>
                  <a:cubicBezTo>
                    <a:pt x="4086" y="5545"/>
                    <a:pt x="3724" y="5183"/>
                    <a:pt x="3420" y="4786"/>
                  </a:cubicBezTo>
                  <a:cubicBezTo>
                    <a:pt x="3199" y="4495"/>
                    <a:pt x="3000" y="4191"/>
                    <a:pt x="2825" y="3876"/>
                  </a:cubicBezTo>
                  <a:cubicBezTo>
                    <a:pt x="2650" y="3537"/>
                    <a:pt x="2533" y="3176"/>
                    <a:pt x="2487" y="2802"/>
                  </a:cubicBezTo>
                  <a:cubicBezTo>
                    <a:pt x="2440" y="2405"/>
                    <a:pt x="2393" y="2008"/>
                    <a:pt x="2370" y="1611"/>
                  </a:cubicBezTo>
                  <a:cubicBezTo>
                    <a:pt x="2347" y="1320"/>
                    <a:pt x="2382" y="1039"/>
                    <a:pt x="2382" y="748"/>
                  </a:cubicBezTo>
                  <a:cubicBezTo>
                    <a:pt x="2370" y="503"/>
                    <a:pt x="2347" y="257"/>
                    <a:pt x="2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53"/>
            <p:cNvSpPr/>
            <p:nvPr/>
          </p:nvSpPr>
          <p:spPr>
            <a:xfrm>
              <a:off x="1530400" y="4245300"/>
              <a:ext cx="141250" cy="263000"/>
            </a:xfrm>
            <a:custGeom>
              <a:rect b="b" l="l" r="r" t="t"/>
              <a:pathLst>
                <a:path extrusionOk="0" h="10520" w="5650">
                  <a:moveTo>
                    <a:pt x="913" y="1"/>
                  </a:moveTo>
                  <a:cubicBezTo>
                    <a:pt x="783" y="1"/>
                    <a:pt x="654" y="9"/>
                    <a:pt x="525" y="25"/>
                  </a:cubicBezTo>
                  <a:cubicBezTo>
                    <a:pt x="339" y="49"/>
                    <a:pt x="152" y="107"/>
                    <a:pt x="105" y="317"/>
                  </a:cubicBezTo>
                  <a:cubicBezTo>
                    <a:pt x="47" y="562"/>
                    <a:pt x="24" y="807"/>
                    <a:pt x="12" y="1053"/>
                  </a:cubicBezTo>
                  <a:cubicBezTo>
                    <a:pt x="0" y="1286"/>
                    <a:pt x="12" y="1531"/>
                    <a:pt x="35" y="1765"/>
                  </a:cubicBezTo>
                  <a:cubicBezTo>
                    <a:pt x="70" y="2103"/>
                    <a:pt x="117" y="2430"/>
                    <a:pt x="175" y="2768"/>
                  </a:cubicBezTo>
                  <a:cubicBezTo>
                    <a:pt x="210" y="2955"/>
                    <a:pt x="269" y="3130"/>
                    <a:pt x="315" y="3317"/>
                  </a:cubicBezTo>
                  <a:cubicBezTo>
                    <a:pt x="409" y="3691"/>
                    <a:pt x="561" y="4052"/>
                    <a:pt x="771" y="4379"/>
                  </a:cubicBezTo>
                  <a:cubicBezTo>
                    <a:pt x="899" y="4601"/>
                    <a:pt x="1062" y="4800"/>
                    <a:pt x="1203" y="5010"/>
                  </a:cubicBezTo>
                  <a:cubicBezTo>
                    <a:pt x="1448" y="5336"/>
                    <a:pt x="1751" y="5640"/>
                    <a:pt x="2078" y="5885"/>
                  </a:cubicBezTo>
                  <a:cubicBezTo>
                    <a:pt x="2230" y="6014"/>
                    <a:pt x="2416" y="6095"/>
                    <a:pt x="2557" y="6224"/>
                  </a:cubicBezTo>
                  <a:cubicBezTo>
                    <a:pt x="2825" y="6445"/>
                    <a:pt x="3058" y="6702"/>
                    <a:pt x="3257" y="6994"/>
                  </a:cubicBezTo>
                  <a:cubicBezTo>
                    <a:pt x="3420" y="7251"/>
                    <a:pt x="3549" y="7543"/>
                    <a:pt x="3630" y="7834"/>
                  </a:cubicBezTo>
                  <a:cubicBezTo>
                    <a:pt x="3747" y="8231"/>
                    <a:pt x="3794" y="8628"/>
                    <a:pt x="3782" y="9025"/>
                  </a:cubicBezTo>
                  <a:cubicBezTo>
                    <a:pt x="3771" y="9329"/>
                    <a:pt x="3771" y="9632"/>
                    <a:pt x="3771" y="9936"/>
                  </a:cubicBezTo>
                  <a:lnTo>
                    <a:pt x="3771" y="10484"/>
                  </a:lnTo>
                  <a:lnTo>
                    <a:pt x="3817" y="10519"/>
                  </a:lnTo>
                  <a:cubicBezTo>
                    <a:pt x="3969" y="10391"/>
                    <a:pt x="4132" y="10286"/>
                    <a:pt x="4284" y="10157"/>
                  </a:cubicBezTo>
                  <a:cubicBezTo>
                    <a:pt x="4704" y="9819"/>
                    <a:pt x="5020" y="9375"/>
                    <a:pt x="5218" y="8885"/>
                  </a:cubicBezTo>
                  <a:cubicBezTo>
                    <a:pt x="5358" y="8547"/>
                    <a:pt x="5463" y="8196"/>
                    <a:pt x="5510" y="7834"/>
                  </a:cubicBezTo>
                  <a:cubicBezTo>
                    <a:pt x="5545" y="7601"/>
                    <a:pt x="5568" y="7368"/>
                    <a:pt x="5591" y="7134"/>
                  </a:cubicBezTo>
                  <a:cubicBezTo>
                    <a:pt x="5615" y="6842"/>
                    <a:pt x="5650" y="6550"/>
                    <a:pt x="5650" y="6259"/>
                  </a:cubicBezTo>
                  <a:cubicBezTo>
                    <a:pt x="5650" y="6037"/>
                    <a:pt x="5638" y="5827"/>
                    <a:pt x="5603" y="5605"/>
                  </a:cubicBezTo>
                  <a:cubicBezTo>
                    <a:pt x="5591" y="5336"/>
                    <a:pt x="5545" y="5068"/>
                    <a:pt x="5498" y="4800"/>
                  </a:cubicBezTo>
                  <a:cubicBezTo>
                    <a:pt x="5405" y="4426"/>
                    <a:pt x="5276" y="4064"/>
                    <a:pt x="5160" y="3714"/>
                  </a:cubicBezTo>
                  <a:cubicBezTo>
                    <a:pt x="4949" y="3142"/>
                    <a:pt x="4658" y="2617"/>
                    <a:pt x="4284" y="2150"/>
                  </a:cubicBezTo>
                  <a:cubicBezTo>
                    <a:pt x="3969" y="1753"/>
                    <a:pt x="3630" y="1368"/>
                    <a:pt x="3280" y="1018"/>
                  </a:cubicBezTo>
                  <a:cubicBezTo>
                    <a:pt x="3105" y="842"/>
                    <a:pt x="2907" y="691"/>
                    <a:pt x="2697" y="551"/>
                  </a:cubicBezTo>
                  <a:cubicBezTo>
                    <a:pt x="2451" y="364"/>
                    <a:pt x="2183" y="235"/>
                    <a:pt x="1891" y="154"/>
                  </a:cubicBezTo>
                  <a:cubicBezTo>
                    <a:pt x="1573" y="53"/>
                    <a:pt x="1242" y="1"/>
                    <a:pt x="9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4" name="Google Shape;434;p53"/>
          <p:cNvSpPr/>
          <p:nvPr/>
        </p:nvSpPr>
        <p:spPr>
          <a:xfrm flipH="1" rot="-5400000">
            <a:off x="7292811" y="3258461"/>
            <a:ext cx="2740686" cy="1367265"/>
          </a:xfrm>
          <a:custGeom>
            <a:rect b="b" l="l" r="r" t="t"/>
            <a:pathLst>
              <a:path extrusionOk="0" h="41223" w="83064">
                <a:moveTo>
                  <a:pt x="1958" y="1"/>
                </a:moveTo>
                <a:cubicBezTo>
                  <a:pt x="1411" y="1"/>
                  <a:pt x="865" y="223"/>
                  <a:pt x="467" y="671"/>
                </a:cubicBezTo>
                <a:cubicBezTo>
                  <a:pt x="23" y="1185"/>
                  <a:pt x="0" y="1780"/>
                  <a:pt x="58" y="2387"/>
                </a:cubicBezTo>
                <a:cubicBezTo>
                  <a:pt x="175" y="3391"/>
                  <a:pt x="665" y="4255"/>
                  <a:pt x="1191" y="5095"/>
                </a:cubicBezTo>
                <a:cubicBezTo>
                  <a:pt x="2533" y="7197"/>
                  <a:pt x="4121" y="9146"/>
                  <a:pt x="5906" y="10897"/>
                </a:cubicBezTo>
                <a:cubicBezTo>
                  <a:pt x="6840" y="11819"/>
                  <a:pt x="7832" y="12683"/>
                  <a:pt x="8825" y="13547"/>
                </a:cubicBezTo>
                <a:cubicBezTo>
                  <a:pt x="10821" y="15227"/>
                  <a:pt x="12933" y="16780"/>
                  <a:pt x="15140" y="18181"/>
                </a:cubicBezTo>
                <a:cubicBezTo>
                  <a:pt x="17719" y="19838"/>
                  <a:pt x="20451" y="21216"/>
                  <a:pt x="23171" y="22605"/>
                </a:cubicBezTo>
                <a:cubicBezTo>
                  <a:pt x="24968" y="23538"/>
                  <a:pt x="26766" y="24461"/>
                  <a:pt x="28540" y="25429"/>
                </a:cubicBezTo>
                <a:cubicBezTo>
                  <a:pt x="29112" y="25745"/>
                  <a:pt x="29602" y="26176"/>
                  <a:pt x="30081" y="26620"/>
                </a:cubicBezTo>
                <a:cubicBezTo>
                  <a:pt x="30221" y="26783"/>
                  <a:pt x="30268" y="27017"/>
                  <a:pt x="30209" y="27227"/>
                </a:cubicBezTo>
                <a:cubicBezTo>
                  <a:pt x="30127" y="27402"/>
                  <a:pt x="29859" y="27542"/>
                  <a:pt x="29649" y="27589"/>
                </a:cubicBezTo>
                <a:cubicBezTo>
                  <a:pt x="29582" y="27596"/>
                  <a:pt x="29514" y="27600"/>
                  <a:pt x="29445" y="27600"/>
                </a:cubicBezTo>
                <a:cubicBezTo>
                  <a:pt x="29287" y="27600"/>
                  <a:pt x="29127" y="27579"/>
                  <a:pt x="28972" y="27531"/>
                </a:cubicBezTo>
                <a:cubicBezTo>
                  <a:pt x="28575" y="27437"/>
                  <a:pt x="28190" y="27297"/>
                  <a:pt x="27793" y="27204"/>
                </a:cubicBezTo>
                <a:cubicBezTo>
                  <a:pt x="27428" y="27131"/>
                  <a:pt x="27068" y="27029"/>
                  <a:pt x="26695" y="27029"/>
                </a:cubicBezTo>
                <a:cubicBezTo>
                  <a:pt x="26531" y="27029"/>
                  <a:pt x="26364" y="27049"/>
                  <a:pt x="26194" y="27099"/>
                </a:cubicBezTo>
                <a:cubicBezTo>
                  <a:pt x="25598" y="27285"/>
                  <a:pt x="25237" y="27752"/>
                  <a:pt x="25435" y="28336"/>
                </a:cubicBezTo>
                <a:cubicBezTo>
                  <a:pt x="25587" y="28756"/>
                  <a:pt x="25820" y="29141"/>
                  <a:pt x="26124" y="29468"/>
                </a:cubicBezTo>
                <a:cubicBezTo>
                  <a:pt x="27279" y="30659"/>
                  <a:pt x="28703" y="31453"/>
                  <a:pt x="30268" y="31955"/>
                </a:cubicBezTo>
                <a:cubicBezTo>
                  <a:pt x="32240" y="32597"/>
                  <a:pt x="34260" y="33122"/>
                  <a:pt x="36256" y="33717"/>
                </a:cubicBezTo>
                <a:cubicBezTo>
                  <a:pt x="37108" y="33974"/>
                  <a:pt x="37948" y="34277"/>
                  <a:pt x="38684" y="34814"/>
                </a:cubicBezTo>
                <a:cubicBezTo>
                  <a:pt x="39174" y="35188"/>
                  <a:pt x="39197" y="35772"/>
                  <a:pt x="38684" y="36110"/>
                </a:cubicBezTo>
                <a:cubicBezTo>
                  <a:pt x="38322" y="36344"/>
                  <a:pt x="37925" y="36519"/>
                  <a:pt x="37505" y="36624"/>
                </a:cubicBezTo>
                <a:cubicBezTo>
                  <a:pt x="36862" y="36788"/>
                  <a:pt x="36214" y="36848"/>
                  <a:pt x="35560" y="36848"/>
                </a:cubicBezTo>
                <a:cubicBezTo>
                  <a:pt x="35241" y="36848"/>
                  <a:pt x="34920" y="36833"/>
                  <a:pt x="34598" y="36810"/>
                </a:cubicBezTo>
                <a:cubicBezTo>
                  <a:pt x="33081" y="36717"/>
                  <a:pt x="31587" y="36425"/>
                  <a:pt x="30139" y="35947"/>
                </a:cubicBezTo>
                <a:cubicBezTo>
                  <a:pt x="27921" y="35188"/>
                  <a:pt x="25703" y="34406"/>
                  <a:pt x="23521" y="33542"/>
                </a:cubicBezTo>
                <a:cubicBezTo>
                  <a:pt x="21922" y="32912"/>
                  <a:pt x="20381" y="32141"/>
                  <a:pt x="18828" y="31406"/>
                </a:cubicBezTo>
                <a:cubicBezTo>
                  <a:pt x="18268" y="31149"/>
                  <a:pt x="17766" y="30787"/>
                  <a:pt x="17194" y="30589"/>
                </a:cubicBezTo>
                <a:cubicBezTo>
                  <a:pt x="16991" y="30519"/>
                  <a:pt x="16792" y="30485"/>
                  <a:pt x="16606" y="30485"/>
                </a:cubicBezTo>
                <a:cubicBezTo>
                  <a:pt x="15895" y="30485"/>
                  <a:pt x="15362" y="30982"/>
                  <a:pt x="15408" y="31861"/>
                </a:cubicBezTo>
                <a:cubicBezTo>
                  <a:pt x="15420" y="32176"/>
                  <a:pt x="15502" y="32503"/>
                  <a:pt x="15642" y="32795"/>
                </a:cubicBezTo>
                <a:cubicBezTo>
                  <a:pt x="16062" y="33740"/>
                  <a:pt x="16809" y="34429"/>
                  <a:pt x="17673" y="34943"/>
                </a:cubicBezTo>
                <a:cubicBezTo>
                  <a:pt x="18758" y="35608"/>
                  <a:pt x="19890" y="36215"/>
                  <a:pt x="21034" y="36775"/>
                </a:cubicBezTo>
                <a:cubicBezTo>
                  <a:pt x="23439" y="37931"/>
                  <a:pt x="25937" y="38853"/>
                  <a:pt x="28517" y="39530"/>
                </a:cubicBezTo>
                <a:cubicBezTo>
                  <a:pt x="30513" y="40067"/>
                  <a:pt x="32544" y="40487"/>
                  <a:pt x="34563" y="40919"/>
                </a:cubicBezTo>
                <a:cubicBezTo>
                  <a:pt x="35287" y="41094"/>
                  <a:pt x="36034" y="41199"/>
                  <a:pt x="36781" y="41211"/>
                </a:cubicBezTo>
                <a:cubicBezTo>
                  <a:pt x="52072" y="41223"/>
                  <a:pt x="67375" y="41223"/>
                  <a:pt x="82667" y="41223"/>
                </a:cubicBezTo>
                <a:lnTo>
                  <a:pt x="83063" y="41223"/>
                </a:lnTo>
                <a:lnTo>
                  <a:pt x="83063" y="13967"/>
                </a:lnTo>
                <a:cubicBezTo>
                  <a:pt x="81908" y="14200"/>
                  <a:pt x="80799" y="14375"/>
                  <a:pt x="79690" y="14644"/>
                </a:cubicBezTo>
                <a:cubicBezTo>
                  <a:pt x="77846" y="15076"/>
                  <a:pt x="76013" y="15531"/>
                  <a:pt x="74192" y="16033"/>
                </a:cubicBezTo>
                <a:cubicBezTo>
                  <a:pt x="72219" y="16558"/>
                  <a:pt x="70247" y="17130"/>
                  <a:pt x="68286" y="17702"/>
                </a:cubicBezTo>
                <a:cubicBezTo>
                  <a:pt x="66430" y="18251"/>
                  <a:pt x="64585" y="18846"/>
                  <a:pt x="62730" y="19383"/>
                </a:cubicBezTo>
                <a:cubicBezTo>
                  <a:pt x="60920" y="19920"/>
                  <a:pt x="59088" y="20410"/>
                  <a:pt x="57278" y="20924"/>
                </a:cubicBezTo>
                <a:cubicBezTo>
                  <a:pt x="55796" y="21344"/>
                  <a:pt x="54278" y="21577"/>
                  <a:pt x="52749" y="21589"/>
                </a:cubicBezTo>
                <a:cubicBezTo>
                  <a:pt x="52598" y="21593"/>
                  <a:pt x="52446" y="21594"/>
                  <a:pt x="52295" y="21594"/>
                </a:cubicBezTo>
                <a:cubicBezTo>
                  <a:pt x="50941" y="21594"/>
                  <a:pt x="49588" y="21455"/>
                  <a:pt x="48255" y="21192"/>
                </a:cubicBezTo>
                <a:cubicBezTo>
                  <a:pt x="46703" y="20877"/>
                  <a:pt x="45150" y="20527"/>
                  <a:pt x="43598" y="20188"/>
                </a:cubicBezTo>
                <a:cubicBezTo>
                  <a:pt x="42839" y="20025"/>
                  <a:pt x="42080" y="19815"/>
                  <a:pt x="41310" y="19721"/>
                </a:cubicBezTo>
                <a:cubicBezTo>
                  <a:pt x="41236" y="19713"/>
                  <a:pt x="41162" y="19709"/>
                  <a:pt x="41090" y="19709"/>
                </a:cubicBezTo>
                <a:cubicBezTo>
                  <a:pt x="40278" y="19709"/>
                  <a:pt x="39629" y="20244"/>
                  <a:pt x="39758" y="21134"/>
                </a:cubicBezTo>
                <a:cubicBezTo>
                  <a:pt x="39851" y="21647"/>
                  <a:pt x="40213" y="21928"/>
                  <a:pt x="40633" y="22173"/>
                </a:cubicBezTo>
                <a:cubicBezTo>
                  <a:pt x="41088" y="22395"/>
                  <a:pt x="41520" y="22663"/>
                  <a:pt x="41929" y="22955"/>
                </a:cubicBezTo>
                <a:cubicBezTo>
                  <a:pt x="42255" y="23223"/>
                  <a:pt x="42255" y="23620"/>
                  <a:pt x="41929" y="23889"/>
                </a:cubicBezTo>
                <a:cubicBezTo>
                  <a:pt x="41532" y="24215"/>
                  <a:pt x="41088" y="24484"/>
                  <a:pt x="40610" y="24671"/>
                </a:cubicBezTo>
                <a:cubicBezTo>
                  <a:pt x="39805" y="24960"/>
                  <a:pt x="38980" y="25081"/>
                  <a:pt x="38137" y="25081"/>
                </a:cubicBezTo>
                <a:cubicBezTo>
                  <a:pt x="37720" y="25081"/>
                  <a:pt x="37299" y="25052"/>
                  <a:pt x="36874" y="24998"/>
                </a:cubicBezTo>
                <a:cubicBezTo>
                  <a:pt x="35812" y="24869"/>
                  <a:pt x="34762" y="24706"/>
                  <a:pt x="33793" y="24286"/>
                </a:cubicBezTo>
                <a:cubicBezTo>
                  <a:pt x="31295" y="23223"/>
                  <a:pt x="28820" y="22138"/>
                  <a:pt x="26392" y="20947"/>
                </a:cubicBezTo>
                <a:cubicBezTo>
                  <a:pt x="24606" y="20083"/>
                  <a:pt x="22879" y="19091"/>
                  <a:pt x="21174" y="18064"/>
                </a:cubicBezTo>
                <a:cubicBezTo>
                  <a:pt x="18070" y="16208"/>
                  <a:pt x="15210" y="13990"/>
                  <a:pt x="12630" y="11457"/>
                </a:cubicBezTo>
                <a:cubicBezTo>
                  <a:pt x="11533" y="10383"/>
                  <a:pt x="10471" y="9274"/>
                  <a:pt x="9455" y="8119"/>
                </a:cubicBezTo>
                <a:cubicBezTo>
                  <a:pt x="8229" y="6753"/>
                  <a:pt x="7062" y="5341"/>
                  <a:pt x="5918" y="3916"/>
                </a:cubicBezTo>
                <a:cubicBezTo>
                  <a:pt x="5089" y="2889"/>
                  <a:pt x="4354" y="1792"/>
                  <a:pt x="3549" y="776"/>
                </a:cubicBezTo>
                <a:cubicBezTo>
                  <a:pt x="3142" y="261"/>
                  <a:pt x="2550" y="1"/>
                  <a:pt x="195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53"/>
          <p:cNvSpPr/>
          <p:nvPr/>
        </p:nvSpPr>
        <p:spPr>
          <a:xfrm rot="1913756">
            <a:off x="-4463586" y="2154297"/>
            <a:ext cx="8077464" cy="7342255"/>
          </a:xfrm>
          <a:custGeom>
            <a:rect b="b" l="l" r="r" t="t"/>
            <a:pathLst>
              <a:path extrusionOk="0" h="5171330" w="6869188">
                <a:moveTo>
                  <a:pt x="609600" y="37856"/>
                </a:moveTo>
                <a:lnTo>
                  <a:pt x="609600" y="37856"/>
                </a:lnTo>
                <a:cubicBezTo>
                  <a:pt x="974044" y="8701"/>
                  <a:pt x="1172153" y="-21815"/>
                  <a:pt x="1556084" y="21814"/>
                </a:cubicBezTo>
                <a:cubicBezTo>
                  <a:pt x="1613309" y="28317"/>
                  <a:pt x="1662579" y="65761"/>
                  <a:pt x="1716505" y="85983"/>
                </a:cubicBezTo>
                <a:cubicBezTo>
                  <a:pt x="1790938" y="113895"/>
                  <a:pt x="1868266" y="134330"/>
                  <a:pt x="1941095" y="166193"/>
                </a:cubicBezTo>
                <a:cubicBezTo>
                  <a:pt x="2129828" y="248763"/>
                  <a:pt x="2221881" y="298003"/>
                  <a:pt x="2374232" y="406825"/>
                </a:cubicBezTo>
                <a:cubicBezTo>
                  <a:pt x="2536877" y="523000"/>
                  <a:pt x="2581558" y="553069"/>
                  <a:pt x="2711116" y="695583"/>
                </a:cubicBezTo>
                <a:cubicBezTo>
                  <a:pt x="2772371" y="762964"/>
                  <a:pt x="2826046" y="837003"/>
                  <a:pt x="2887579" y="904130"/>
                </a:cubicBezTo>
                <a:cubicBezTo>
                  <a:pt x="2946400" y="968298"/>
                  <a:pt x="3006923" y="1030947"/>
                  <a:pt x="3064042" y="1096635"/>
                </a:cubicBezTo>
                <a:cubicBezTo>
                  <a:pt x="3113912" y="1153986"/>
                  <a:pt x="3153321" y="1220754"/>
                  <a:pt x="3208421" y="1273099"/>
                </a:cubicBezTo>
                <a:cubicBezTo>
                  <a:pt x="3299180" y="1359320"/>
                  <a:pt x="3483195" y="1463081"/>
                  <a:pt x="3593432" y="1513730"/>
                </a:cubicBezTo>
                <a:cubicBezTo>
                  <a:pt x="3731919" y="1577359"/>
                  <a:pt x="4043926" y="1708823"/>
                  <a:pt x="4219074" y="1754362"/>
                </a:cubicBezTo>
                <a:cubicBezTo>
                  <a:pt x="4385628" y="1797666"/>
                  <a:pt x="4737769" y="1850614"/>
                  <a:pt x="5021179" y="1946867"/>
                </a:cubicBezTo>
                <a:cubicBezTo>
                  <a:pt x="5304589" y="2043120"/>
                  <a:pt x="5830178" y="2295709"/>
                  <a:pt x="5919537" y="2331878"/>
                </a:cubicBezTo>
                <a:cubicBezTo>
                  <a:pt x="6305961" y="2488288"/>
                  <a:pt x="6125410" y="2473583"/>
                  <a:pt x="6272463" y="2604593"/>
                </a:cubicBezTo>
                <a:cubicBezTo>
                  <a:pt x="6419516" y="2735603"/>
                  <a:pt x="6720800" y="2955835"/>
                  <a:pt x="6801853" y="3117941"/>
                </a:cubicBezTo>
                <a:lnTo>
                  <a:pt x="6849979" y="3214193"/>
                </a:lnTo>
                <a:cubicBezTo>
                  <a:pt x="6869549" y="3546892"/>
                  <a:pt x="6892082" y="3717331"/>
                  <a:pt x="6817895" y="4096509"/>
                </a:cubicBezTo>
                <a:cubicBezTo>
                  <a:pt x="6809557" y="4139125"/>
                  <a:pt x="6618921" y="4338774"/>
                  <a:pt x="6593305" y="4353183"/>
                </a:cubicBezTo>
                <a:cubicBezTo>
                  <a:pt x="6392206" y="4466301"/>
                  <a:pt x="5845367" y="4636837"/>
                  <a:pt x="5662863" y="4690067"/>
                </a:cubicBezTo>
                <a:cubicBezTo>
                  <a:pt x="5402969" y="4765869"/>
                  <a:pt x="4808813" y="4918946"/>
                  <a:pt x="4523874" y="4962783"/>
                </a:cubicBezTo>
                <a:cubicBezTo>
                  <a:pt x="4145623" y="5020976"/>
                  <a:pt x="3765806" y="5070299"/>
                  <a:pt x="3384884" y="5107162"/>
                </a:cubicBezTo>
                <a:cubicBezTo>
                  <a:pt x="3219116" y="5123204"/>
                  <a:pt x="3053858" y="5145920"/>
                  <a:pt x="2887579" y="5155288"/>
                </a:cubicBezTo>
                <a:cubicBezTo>
                  <a:pt x="2673956" y="5167323"/>
                  <a:pt x="2459790" y="5165983"/>
                  <a:pt x="2245895" y="5171330"/>
                </a:cubicBezTo>
                <a:cubicBezTo>
                  <a:pt x="1876926" y="5139246"/>
                  <a:pt x="1506691" y="5119378"/>
                  <a:pt x="1138989" y="5075077"/>
                </a:cubicBezTo>
                <a:cubicBezTo>
                  <a:pt x="974851" y="5055301"/>
                  <a:pt x="649255" y="4901189"/>
                  <a:pt x="545432" y="4834446"/>
                </a:cubicBezTo>
                <a:cubicBezTo>
                  <a:pt x="425213" y="4757162"/>
                  <a:pt x="311103" y="4706281"/>
                  <a:pt x="224589" y="4593814"/>
                </a:cubicBezTo>
                <a:cubicBezTo>
                  <a:pt x="198303" y="4559643"/>
                  <a:pt x="180592" y="4519622"/>
                  <a:pt x="160421" y="4481520"/>
                </a:cubicBezTo>
                <a:cubicBezTo>
                  <a:pt x="132448" y="4428682"/>
                  <a:pt x="102415" y="4376608"/>
                  <a:pt x="80211" y="4321099"/>
                </a:cubicBezTo>
                <a:cubicBezTo>
                  <a:pt x="29300" y="4193821"/>
                  <a:pt x="22725" y="4104520"/>
                  <a:pt x="0" y="3968172"/>
                </a:cubicBezTo>
                <a:cubicBezTo>
                  <a:pt x="10695" y="3294404"/>
                  <a:pt x="13242" y="2620457"/>
                  <a:pt x="32084" y="1946867"/>
                </a:cubicBezTo>
                <a:cubicBezTo>
                  <a:pt x="34643" y="1855371"/>
                  <a:pt x="48077" y="1764258"/>
                  <a:pt x="64168" y="1674151"/>
                </a:cubicBezTo>
                <a:cubicBezTo>
                  <a:pt x="101592" y="1464576"/>
                  <a:pt x="128397" y="1251517"/>
                  <a:pt x="192505" y="1048509"/>
                </a:cubicBezTo>
                <a:cubicBezTo>
                  <a:pt x="224589" y="946909"/>
                  <a:pt x="251105" y="843379"/>
                  <a:pt x="288758" y="743709"/>
                </a:cubicBezTo>
                <a:cubicBezTo>
                  <a:pt x="342108" y="602488"/>
                  <a:pt x="397709" y="461639"/>
                  <a:pt x="465221" y="326614"/>
                </a:cubicBezTo>
                <a:cubicBezTo>
                  <a:pt x="486610" y="283835"/>
                  <a:pt x="502165" y="237601"/>
                  <a:pt x="529389" y="198277"/>
                </a:cubicBezTo>
                <a:cubicBezTo>
                  <a:pt x="550912" y="167189"/>
                  <a:pt x="584479" y="146328"/>
                  <a:pt x="609600" y="118067"/>
                </a:cubicBezTo>
                <a:cubicBezTo>
                  <a:pt x="674244" y="45343"/>
                  <a:pt x="626949" y="53899"/>
                  <a:pt x="689811" y="53899"/>
                </a:cubicBezTo>
                <a:lnTo>
                  <a:pt x="609600" y="37856"/>
                </a:lnTo>
                <a:close/>
              </a:path>
            </a:pathLst>
          </a:custGeom>
          <a:solidFill>
            <a:srgbClr val="E2C1AC"/>
          </a:solidFill>
          <a:ln cap="flat" cmpd="sng" w="25400">
            <a:solidFill>
              <a:srgbClr val="E2C1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53"/>
          <p:cNvSpPr/>
          <p:nvPr/>
        </p:nvSpPr>
        <p:spPr>
          <a:xfrm rot="-9890238">
            <a:off x="6661859" y="-1700244"/>
            <a:ext cx="3397059" cy="3614252"/>
          </a:xfrm>
          <a:custGeom>
            <a:rect b="b" l="l" r="r" t="t"/>
            <a:pathLst>
              <a:path extrusionOk="0" h="5171330" w="6869188">
                <a:moveTo>
                  <a:pt x="609600" y="37856"/>
                </a:moveTo>
                <a:lnTo>
                  <a:pt x="609600" y="37856"/>
                </a:lnTo>
                <a:cubicBezTo>
                  <a:pt x="974044" y="8701"/>
                  <a:pt x="1172153" y="-21815"/>
                  <a:pt x="1556084" y="21814"/>
                </a:cubicBezTo>
                <a:cubicBezTo>
                  <a:pt x="1613309" y="28317"/>
                  <a:pt x="1662579" y="65761"/>
                  <a:pt x="1716505" y="85983"/>
                </a:cubicBezTo>
                <a:cubicBezTo>
                  <a:pt x="1790938" y="113895"/>
                  <a:pt x="1868266" y="134330"/>
                  <a:pt x="1941095" y="166193"/>
                </a:cubicBezTo>
                <a:cubicBezTo>
                  <a:pt x="2129828" y="248763"/>
                  <a:pt x="2221881" y="298003"/>
                  <a:pt x="2374232" y="406825"/>
                </a:cubicBezTo>
                <a:cubicBezTo>
                  <a:pt x="2536877" y="523000"/>
                  <a:pt x="2581558" y="553069"/>
                  <a:pt x="2711116" y="695583"/>
                </a:cubicBezTo>
                <a:cubicBezTo>
                  <a:pt x="2772371" y="762964"/>
                  <a:pt x="2826046" y="837003"/>
                  <a:pt x="2887579" y="904130"/>
                </a:cubicBezTo>
                <a:cubicBezTo>
                  <a:pt x="2946400" y="968298"/>
                  <a:pt x="3006923" y="1030947"/>
                  <a:pt x="3064042" y="1096635"/>
                </a:cubicBezTo>
                <a:cubicBezTo>
                  <a:pt x="3113912" y="1153986"/>
                  <a:pt x="3153321" y="1220754"/>
                  <a:pt x="3208421" y="1273099"/>
                </a:cubicBezTo>
                <a:cubicBezTo>
                  <a:pt x="3299180" y="1359320"/>
                  <a:pt x="3483195" y="1463081"/>
                  <a:pt x="3593432" y="1513730"/>
                </a:cubicBezTo>
                <a:cubicBezTo>
                  <a:pt x="3731919" y="1577359"/>
                  <a:pt x="4043926" y="1708823"/>
                  <a:pt x="4219074" y="1754362"/>
                </a:cubicBezTo>
                <a:cubicBezTo>
                  <a:pt x="4385628" y="1797666"/>
                  <a:pt x="4737769" y="1850614"/>
                  <a:pt x="5021179" y="1946867"/>
                </a:cubicBezTo>
                <a:cubicBezTo>
                  <a:pt x="5304589" y="2043120"/>
                  <a:pt x="5830178" y="2295709"/>
                  <a:pt x="5919537" y="2331878"/>
                </a:cubicBezTo>
                <a:cubicBezTo>
                  <a:pt x="6305961" y="2488288"/>
                  <a:pt x="6125410" y="2473583"/>
                  <a:pt x="6272463" y="2604593"/>
                </a:cubicBezTo>
                <a:cubicBezTo>
                  <a:pt x="6419516" y="2735603"/>
                  <a:pt x="6720800" y="2955835"/>
                  <a:pt x="6801853" y="3117941"/>
                </a:cubicBezTo>
                <a:lnTo>
                  <a:pt x="6849979" y="3214193"/>
                </a:lnTo>
                <a:cubicBezTo>
                  <a:pt x="6869549" y="3546892"/>
                  <a:pt x="6892082" y="3717331"/>
                  <a:pt x="6817895" y="4096509"/>
                </a:cubicBezTo>
                <a:cubicBezTo>
                  <a:pt x="6809557" y="4139125"/>
                  <a:pt x="6618921" y="4338774"/>
                  <a:pt x="6593305" y="4353183"/>
                </a:cubicBezTo>
                <a:cubicBezTo>
                  <a:pt x="6392206" y="4466301"/>
                  <a:pt x="5845367" y="4636837"/>
                  <a:pt x="5662863" y="4690067"/>
                </a:cubicBezTo>
                <a:cubicBezTo>
                  <a:pt x="5402969" y="4765869"/>
                  <a:pt x="4808813" y="4918946"/>
                  <a:pt x="4523874" y="4962783"/>
                </a:cubicBezTo>
                <a:cubicBezTo>
                  <a:pt x="4145623" y="5020976"/>
                  <a:pt x="3765806" y="5070299"/>
                  <a:pt x="3384884" y="5107162"/>
                </a:cubicBezTo>
                <a:cubicBezTo>
                  <a:pt x="3219116" y="5123204"/>
                  <a:pt x="3053858" y="5145920"/>
                  <a:pt x="2887579" y="5155288"/>
                </a:cubicBezTo>
                <a:cubicBezTo>
                  <a:pt x="2673956" y="5167323"/>
                  <a:pt x="2459790" y="5165983"/>
                  <a:pt x="2245895" y="5171330"/>
                </a:cubicBezTo>
                <a:cubicBezTo>
                  <a:pt x="1876926" y="5139246"/>
                  <a:pt x="1506691" y="5119378"/>
                  <a:pt x="1138989" y="5075077"/>
                </a:cubicBezTo>
                <a:cubicBezTo>
                  <a:pt x="974851" y="5055301"/>
                  <a:pt x="649255" y="4901189"/>
                  <a:pt x="545432" y="4834446"/>
                </a:cubicBezTo>
                <a:cubicBezTo>
                  <a:pt x="425213" y="4757162"/>
                  <a:pt x="311103" y="4706281"/>
                  <a:pt x="224589" y="4593814"/>
                </a:cubicBezTo>
                <a:cubicBezTo>
                  <a:pt x="198303" y="4559643"/>
                  <a:pt x="180592" y="4519622"/>
                  <a:pt x="160421" y="4481520"/>
                </a:cubicBezTo>
                <a:cubicBezTo>
                  <a:pt x="132448" y="4428682"/>
                  <a:pt x="102415" y="4376608"/>
                  <a:pt x="80211" y="4321099"/>
                </a:cubicBezTo>
                <a:cubicBezTo>
                  <a:pt x="29300" y="4193821"/>
                  <a:pt x="22725" y="4104520"/>
                  <a:pt x="0" y="3968172"/>
                </a:cubicBezTo>
                <a:cubicBezTo>
                  <a:pt x="10695" y="3294404"/>
                  <a:pt x="13242" y="2620457"/>
                  <a:pt x="32084" y="1946867"/>
                </a:cubicBezTo>
                <a:cubicBezTo>
                  <a:pt x="34643" y="1855371"/>
                  <a:pt x="48077" y="1764258"/>
                  <a:pt x="64168" y="1674151"/>
                </a:cubicBezTo>
                <a:cubicBezTo>
                  <a:pt x="101592" y="1464576"/>
                  <a:pt x="128397" y="1251517"/>
                  <a:pt x="192505" y="1048509"/>
                </a:cubicBezTo>
                <a:cubicBezTo>
                  <a:pt x="224589" y="946909"/>
                  <a:pt x="251105" y="843379"/>
                  <a:pt x="288758" y="743709"/>
                </a:cubicBezTo>
                <a:cubicBezTo>
                  <a:pt x="342108" y="602488"/>
                  <a:pt x="397709" y="461639"/>
                  <a:pt x="465221" y="326614"/>
                </a:cubicBezTo>
                <a:cubicBezTo>
                  <a:pt x="486610" y="283835"/>
                  <a:pt x="502165" y="237601"/>
                  <a:pt x="529389" y="198277"/>
                </a:cubicBezTo>
                <a:cubicBezTo>
                  <a:pt x="550912" y="167189"/>
                  <a:pt x="584479" y="146328"/>
                  <a:pt x="609600" y="118067"/>
                </a:cubicBezTo>
                <a:cubicBezTo>
                  <a:pt x="674244" y="45343"/>
                  <a:pt x="626949" y="53899"/>
                  <a:pt x="689811" y="53899"/>
                </a:cubicBezTo>
                <a:lnTo>
                  <a:pt x="609600" y="37856"/>
                </a:lnTo>
                <a:close/>
              </a:path>
            </a:pathLst>
          </a:custGeom>
          <a:solidFill>
            <a:srgbClr val="E2C1AC"/>
          </a:solidFill>
          <a:ln cap="flat" cmpd="sng" w="25400">
            <a:solidFill>
              <a:srgbClr val="E2C1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4"/>
          <p:cNvSpPr txBox="1"/>
          <p:nvPr>
            <p:ph type="ctrTitle"/>
          </p:nvPr>
        </p:nvSpPr>
        <p:spPr>
          <a:xfrm>
            <a:off x="1216825" y="1142075"/>
            <a:ext cx="6531000" cy="20805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Questions?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5"/>
          <p:cNvSpPr txBox="1"/>
          <p:nvPr>
            <p:ph type="ctrTitle"/>
          </p:nvPr>
        </p:nvSpPr>
        <p:spPr>
          <a:xfrm>
            <a:off x="1216825" y="1142075"/>
            <a:ext cx="6531000" cy="20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900"/>
              <a:buNone/>
            </a:pPr>
            <a:r>
              <a:rPr lang="en-GB"/>
              <a:t>Thx for your attention</a:t>
            </a:r>
            <a:endParaRPr/>
          </a:p>
        </p:txBody>
      </p:sp>
      <p:sp>
        <p:nvSpPr>
          <p:cNvPr id="448" name="Google Shape;448;p55"/>
          <p:cNvSpPr txBox="1"/>
          <p:nvPr>
            <p:ph idx="1" type="subTitle"/>
          </p:nvPr>
        </p:nvSpPr>
        <p:spPr>
          <a:xfrm>
            <a:off x="1216813" y="3421825"/>
            <a:ext cx="65310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2286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offee">
  <a:themeElements>
    <a:clrScheme name="Simple Light">
      <a:dk1>
        <a:srgbClr val="471E0D"/>
      </a:dk1>
      <a:lt1>
        <a:srgbClr val="ECD4C3"/>
      </a:lt1>
      <a:dk2>
        <a:srgbClr val="100504"/>
      </a:dk2>
      <a:lt2>
        <a:srgbClr val="733D24"/>
      </a:lt2>
      <a:accent1>
        <a:srgbClr val="B7715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0050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